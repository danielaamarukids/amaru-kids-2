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6256000" cy="9144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245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A7CE0A-AD99-4BBC-8E53-56185A0328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0" y="1496484"/>
            <a:ext cx="12192000" cy="318346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E47A03C-444C-44A1-AFF2-B5DA47824B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2000" y="4802717"/>
            <a:ext cx="12192000" cy="220768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4294384-02C7-4A89-A437-48EEFD0C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BA05C-66B6-43C8-9CDF-ADF116EE7C70}" type="datetimeFigureOut">
              <a:rPr lang="es-EC" smtClean="0"/>
              <a:t>15/6/2026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0D00724-D478-4207-A986-C08E7F9F9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E83E649-1699-44CA-AD3F-1446D12F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4F2E9-336D-4BD3-8874-7A73A47A8C5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57289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4CA310-676A-4537-8D93-257FDCCF2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7D5C577-1F42-4367-AE05-5CC42DEE2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76A6BED-2D61-4B2C-8BB8-E401FC589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BA05C-66B6-43C8-9CDF-ADF116EE7C70}" type="datetimeFigureOut">
              <a:rPr lang="es-EC" smtClean="0"/>
              <a:t>15/6/2026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621D28-1F40-48F1-9360-B43A21021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04B0CC-C013-4F57-8288-19F5DBF1E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4F2E9-336D-4BD3-8874-7A73A47A8C5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38049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34EDE4-BB14-429D-B259-F7FF79FF1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9133" y="2279653"/>
            <a:ext cx="14020800" cy="380364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2316802-69EB-438F-B0CF-0327295E10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9133" y="6119286"/>
            <a:ext cx="14020800" cy="200024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C3A839B-FC64-45BC-A10B-4262C788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BA05C-66B6-43C8-9CDF-ADF116EE7C70}" type="datetimeFigureOut">
              <a:rPr lang="es-EC" smtClean="0"/>
              <a:t>15/6/2026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843E2C-AED0-46BB-9AB7-5AE3C4405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762C05D-7B18-4BBE-81ED-C11602308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4F2E9-336D-4BD3-8874-7A73A47A8C5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37307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3E4C2-CBC7-426D-9392-54A6A872A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5BDCB3-B8BA-411A-BA43-FD0A9E4AD8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B18876A-15C1-45CE-9686-269B141600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2A32BF0-FD2D-405C-948B-111B9145F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BA05C-66B6-43C8-9CDF-ADF116EE7C70}" type="datetimeFigureOut">
              <a:rPr lang="es-EC" smtClean="0"/>
              <a:t>15/6/2026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6DCD09-CBC9-4810-9313-2C5ED9502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BC728A1-67C4-4F83-832E-0A69D7E8E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4F2E9-336D-4BD3-8874-7A73A47A8C5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77215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948D88-6C80-4E7D-B33E-4E08EFB6C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7" y="486836"/>
            <a:ext cx="14020800" cy="176741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0A32657-227C-4F29-B6C3-35084013D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9719" y="2241551"/>
            <a:ext cx="6877049" cy="109854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658A3E9-3D37-4E0F-9599-BBB3156AFD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9719" y="3340100"/>
            <a:ext cx="6877049" cy="491278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FF67B73-F07E-4F9F-A676-7B7C86D37D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29601" y="2241551"/>
            <a:ext cx="6910917" cy="109854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8225E9F-58F1-466C-82F7-D27B9FEB06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29601" y="3340100"/>
            <a:ext cx="6910917" cy="491278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82803A0-32D4-4FB7-B233-5C841B76E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BA05C-66B6-43C8-9CDF-ADF116EE7C70}" type="datetimeFigureOut">
              <a:rPr lang="es-EC" smtClean="0"/>
              <a:t>15/6/2026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C282CE2-4D58-4C3D-8511-E8CD9D667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2994C9E-3D07-4ADB-8188-F443D803A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4F2E9-336D-4BD3-8874-7A73A47A8C5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669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9B3246-D1AA-48D1-AB54-C663456C6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25B1C09-AE3A-46BA-B804-2255B82DB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BA05C-66B6-43C8-9CDF-ADF116EE7C70}" type="datetimeFigureOut">
              <a:rPr lang="es-EC" smtClean="0"/>
              <a:t>15/6/2026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37B5226-DB0F-4EF7-A396-C6A1755EF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585BA4A-356D-490B-91E9-E5029F4D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4F2E9-336D-4BD3-8874-7A73A47A8C5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78959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206F2EA-8AD3-4BCC-9A2E-8D465D894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BA05C-66B6-43C8-9CDF-ADF116EE7C70}" type="datetimeFigureOut">
              <a:rPr lang="es-EC" smtClean="0"/>
              <a:t>15/6/2026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ABE2F5F-81F1-43BD-AA91-B91485FCD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D76B3AC-81CA-4740-A7B3-CFD74E852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4F2E9-336D-4BD3-8874-7A73A47A8C5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86131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D0E14-C505-45AC-BD86-7E14442EE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9" y="609600"/>
            <a:ext cx="5242983" cy="2133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CBA4A3-A36F-4942-84BA-7E2DF0EFC5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917" y="1316569"/>
            <a:ext cx="8229600" cy="649816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D2B4D16-5966-45D8-99EE-BC2FBE97A2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9719" y="2743200"/>
            <a:ext cx="5242983" cy="508211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5363110-D4A0-46EC-A427-734DEA446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BA05C-66B6-43C8-9CDF-ADF116EE7C70}" type="datetimeFigureOut">
              <a:rPr lang="es-EC" smtClean="0"/>
              <a:t>15/6/2026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C073430-4754-47EE-9A5B-094609B92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3DAFCDB-7B64-464C-9593-D7592A6C6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4F2E9-336D-4BD3-8874-7A73A47A8C5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84675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C75225-12AD-47D5-A2B1-76D5360D4C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9" y="609600"/>
            <a:ext cx="5242983" cy="2133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E95FB2C-BA52-4A74-A24B-0A1E3FFF8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910917" y="1316569"/>
            <a:ext cx="8229600" cy="649816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09B387F-C8D3-4F42-80DD-8FAC3C888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9719" y="2743200"/>
            <a:ext cx="5242983" cy="508211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1613CC4-1325-4ED8-A91D-8D666206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BA05C-66B6-43C8-9CDF-ADF116EE7C70}" type="datetimeFigureOut">
              <a:rPr lang="es-EC" smtClean="0"/>
              <a:t>15/6/2026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62750DB-7EF9-470D-9D75-9A8DD744D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1A63E7A-3D9D-47E4-8277-CB6E086E6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4F2E9-336D-4BD3-8874-7A73A47A8C5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97106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D733F3-D196-4F61-B40E-25F16A7E3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B285DDD-6044-450D-99B3-734F4D9C0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01896EA-6FB6-440F-AF34-E12EA92A1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BA05C-66B6-43C8-9CDF-ADF116EE7C70}" type="datetimeFigureOut">
              <a:rPr lang="es-EC" smtClean="0"/>
              <a:t>15/6/2026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6E6BC1-0720-47B5-AAE3-A2C012662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AF5AF5-F515-4D36-A404-CCD871EC6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4F2E9-336D-4BD3-8874-7A73A47A8C5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59409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009AE8A-718D-43C7-8E37-35041A7671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1633200" y="486834"/>
            <a:ext cx="3505200" cy="774911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A8935EE-E000-41A8-AA7C-E37DA2B509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17600" y="486834"/>
            <a:ext cx="10312400" cy="774911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BDDED9-D176-4C19-95EC-140497044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BA05C-66B6-43C8-9CDF-ADF116EE7C70}" type="datetimeFigureOut">
              <a:rPr lang="es-EC" smtClean="0"/>
              <a:t>15/6/2026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5B7BB7F-B680-427D-80D2-6A8BD39E3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9EDEBB-F0B7-4413-97C0-3E30DC6E4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4F2E9-336D-4BD3-8874-7A73A47A8C5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683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A6F3750-F43B-4DE3-9652-DB1E1E944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6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C694172-B2DB-4B5A-B4AC-D642B36FD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D4A8E36-DB01-45B6-9A63-AD071D305A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7600" y="8475136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ABA05C-66B6-43C8-9CDF-ADF116EE7C70}" type="datetimeFigureOut">
              <a:rPr lang="es-EC" smtClean="0"/>
              <a:t>15/6/2026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69B455E-A591-43E5-8CE6-322553776D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84800" y="8475136"/>
            <a:ext cx="5486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CCC251-8C60-4187-B98B-3D3A08D664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0800" y="8475136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14F2E9-336D-4BD3-8874-7A73A47A8C5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6714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8E2E0B08-CCCD-4CA9-BF64-179E62FE1E97}"/>
              </a:ext>
            </a:extLst>
          </p:cNvPr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6F7EE"/>
          </a:solidFill>
          <a:ln w="12700" cap="flat" cmpd="sng" algn="ctr">
            <a:solidFill>
              <a:srgbClr val="F6F7EE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453C3A06-025E-42AE-8370-4DD1F319AC83}"/>
              </a:ext>
            </a:extLst>
          </p:cNvPr>
          <p:cNvCxnSpPr/>
          <p:nvPr/>
        </p:nvCxnSpPr>
        <p:spPr>
          <a:xfrm>
            <a:off x="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CD0F6578-87A4-4B57-9B49-F2C6E8B5B028}"/>
              </a:ext>
            </a:extLst>
          </p:cNvPr>
          <p:cNvCxnSpPr/>
          <p:nvPr/>
        </p:nvCxnSpPr>
        <p:spPr>
          <a:xfrm>
            <a:off x="812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4685C82-F801-4158-8A09-CFB9A71E3A83}"/>
              </a:ext>
            </a:extLst>
          </p:cNvPr>
          <p:cNvCxnSpPr/>
          <p:nvPr/>
        </p:nvCxnSpPr>
        <p:spPr>
          <a:xfrm>
            <a:off x="1625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219AB87-DC09-4196-BCB8-B35A8F6E17CA}"/>
              </a:ext>
            </a:extLst>
          </p:cNvPr>
          <p:cNvCxnSpPr/>
          <p:nvPr/>
        </p:nvCxnSpPr>
        <p:spPr>
          <a:xfrm>
            <a:off x="2438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D33B3D78-FAE5-4F1A-B55A-32665B833ECF}"/>
              </a:ext>
            </a:extLst>
          </p:cNvPr>
          <p:cNvCxnSpPr/>
          <p:nvPr/>
        </p:nvCxnSpPr>
        <p:spPr>
          <a:xfrm>
            <a:off x="3251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7182A71B-CB74-40A0-B6C7-87F861FC2F42}"/>
              </a:ext>
            </a:extLst>
          </p:cNvPr>
          <p:cNvCxnSpPr/>
          <p:nvPr/>
        </p:nvCxnSpPr>
        <p:spPr>
          <a:xfrm>
            <a:off x="4064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E19D878A-B093-49DA-B7FB-5F231AE4E66F}"/>
              </a:ext>
            </a:extLst>
          </p:cNvPr>
          <p:cNvCxnSpPr/>
          <p:nvPr/>
        </p:nvCxnSpPr>
        <p:spPr>
          <a:xfrm>
            <a:off x="4876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099D2FB8-2442-4E50-9675-3E1F3D93538A}"/>
              </a:ext>
            </a:extLst>
          </p:cNvPr>
          <p:cNvCxnSpPr/>
          <p:nvPr/>
        </p:nvCxnSpPr>
        <p:spPr>
          <a:xfrm>
            <a:off x="5689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8720E22-F22E-42C9-AA25-00236C523A10}"/>
              </a:ext>
            </a:extLst>
          </p:cNvPr>
          <p:cNvCxnSpPr/>
          <p:nvPr/>
        </p:nvCxnSpPr>
        <p:spPr>
          <a:xfrm>
            <a:off x="6502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AA0F00F4-8E9A-4ED3-AB00-8A88DA9AEFE6}"/>
              </a:ext>
            </a:extLst>
          </p:cNvPr>
          <p:cNvCxnSpPr/>
          <p:nvPr/>
        </p:nvCxnSpPr>
        <p:spPr>
          <a:xfrm>
            <a:off x="7315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648116AC-D405-463A-AB64-F828FF7C2709}"/>
              </a:ext>
            </a:extLst>
          </p:cNvPr>
          <p:cNvCxnSpPr/>
          <p:nvPr/>
        </p:nvCxnSpPr>
        <p:spPr>
          <a:xfrm>
            <a:off x="8128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9A50622A-7615-4EDE-A9F1-4C80654CD63A}"/>
              </a:ext>
            </a:extLst>
          </p:cNvPr>
          <p:cNvCxnSpPr/>
          <p:nvPr/>
        </p:nvCxnSpPr>
        <p:spPr>
          <a:xfrm>
            <a:off x="8940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69F1CB75-71BE-4E45-9273-6A00B1CC54F9}"/>
              </a:ext>
            </a:extLst>
          </p:cNvPr>
          <p:cNvCxnSpPr/>
          <p:nvPr/>
        </p:nvCxnSpPr>
        <p:spPr>
          <a:xfrm>
            <a:off x="9753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FAEF2D19-36DB-4628-8A12-8E2DB61BFE24}"/>
              </a:ext>
            </a:extLst>
          </p:cNvPr>
          <p:cNvCxnSpPr/>
          <p:nvPr/>
        </p:nvCxnSpPr>
        <p:spPr>
          <a:xfrm>
            <a:off x="10566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30F1F785-9156-4458-A4A4-3485B48BD6D3}"/>
              </a:ext>
            </a:extLst>
          </p:cNvPr>
          <p:cNvCxnSpPr/>
          <p:nvPr/>
        </p:nvCxnSpPr>
        <p:spPr>
          <a:xfrm>
            <a:off x="11379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10B717C8-463D-43CF-A898-B0826259A093}"/>
              </a:ext>
            </a:extLst>
          </p:cNvPr>
          <p:cNvCxnSpPr/>
          <p:nvPr/>
        </p:nvCxnSpPr>
        <p:spPr>
          <a:xfrm>
            <a:off x="12192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D06DC318-CA5F-433B-BD6E-9FBC3E020BF2}"/>
              </a:ext>
            </a:extLst>
          </p:cNvPr>
          <p:cNvCxnSpPr/>
          <p:nvPr/>
        </p:nvCxnSpPr>
        <p:spPr>
          <a:xfrm>
            <a:off x="13004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92CC58FA-E446-45CB-87AE-97CDBB352CE6}"/>
              </a:ext>
            </a:extLst>
          </p:cNvPr>
          <p:cNvCxnSpPr/>
          <p:nvPr/>
        </p:nvCxnSpPr>
        <p:spPr>
          <a:xfrm>
            <a:off x="13817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79D64E60-C0A3-41E0-A0BD-26431C913DF1}"/>
              </a:ext>
            </a:extLst>
          </p:cNvPr>
          <p:cNvCxnSpPr/>
          <p:nvPr/>
        </p:nvCxnSpPr>
        <p:spPr>
          <a:xfrm>
            <a:off x="14630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EAEB20D9-7C04-4DCD-AF25-689BAD1E6396}"/>
              </a:ext>
            </a:extLst>
          </p:cNvPr>
          <p:cNvCxnSpPr/>
          <p:nvPr/>
        </p:nvCxnSpPr>
        <p:spPr>
          <a:xfrm>
            <a:off x="15443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7705C18F-6756-4CF9-9278-DE7FA38576CD}"/>
              </a:ext>
            </a:extLst>
          </p:cNvPr>
          <p:cNvCxnSpPr/>
          <p:nvPr/>
        </p:nvCxnSpPr>
        <p:spPr>
          <a:xfrm>
            <a:off x="0" y="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9EA46B56-BD72-4548-837A-12FD31509324}"/>
              </a:ext>
            </a:extLst>
          </p:cNvPr>
          <p:cNvCxnSpPr/>
          <p:nvPr/>
        </p:nvCxnSpPr>
        <p:spPr>
          <a:xfrm>
            <a:off x="0" y="812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C46BA5CD-6789-433D-B4EB-68BF5F67FA20}"/>
              </a:ext>
            </a:extLst>
          </p:cNvPr>
          <p:cNvCxnSpPr/>
          <p:nvPr/>
        </p:nvCxnSpPr>
        <p:spPr>
          <a:xfrm>
            <a:off x="0" y="1625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14066BE2-921A-4FD2-9BA2-BCBE12BE6304}"/>
              </a:ext>
            </a:extLst>
          </p:cNvPr>
          <p:cNvCxnSpPr/>
          <p:nvPr/>
        </p:nvCxnSpPr>
        <p:spPr>
          <a:xfrm>
            <a:off x="0" y="2438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37CCA9F0-C9A1-415A-9532-E23F4500A2A2}"/>
              </a:ext>
            </a:extLst>
          </p:cNvPr>
          <p:cNvCxnSpPr/>
          <p:nvPr/>
        </p:nvCxnSpPr>
        <p:spPr>
          <a:xfrm>
            <a:off x="0" y="3251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A412D6CF-9F04-4FF1-89DC-721AD34D970C}"/>
              </a:ext>
            </a:extLst>
          </p:cNvPr>
          <p:cNvCxnSpPr/>
          <p:nvPr/>
        </p:nvCxnSpPr>
        <p:spPr>
          <a:xfrm>
            <a:off x="0" y="4064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586CD2A2-C626-4CD9-B5E6-4582DA045D43}"/>
              </a:ext>
            </a:extLst>
          </p:cNvPr>
          <p:cNvCxnSpPr/>
          <p:nvPr/>
        </p:nvCxnSpPr>
        <p:spPr>
          <a:xfrm>
            <a:off x="0" y="4876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A151C442-395C-4CB8-9360-42B3B85F4C20}"/>
              </a:ext>
            </a:extLst>
          </p:cNvPr>
          <p:cNvCxnSpPr/>
          <p:nvPr/>
        </p:nvCxnSpPr>
        <p:spPr>
          <a:xfrm>
            <a:off x="0" y="5689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A523B0BA-DB3C-4329-A600-73F443CF9453}"/>
              </a:ext>
            </a:extLst>
          </p:cNvPr>
          <p:cNvCxnSpPr/>
          <p:nvPr/>
        </p:nvCxnSpPr>
        <p:spPr>
          <a:xfrm>
            <a:off x="0" y="6502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3A164CB5-7647-4745-B810-074CC7518972}"/>
              </a:ext>
            </a:extLst>
          </p:cNvPr>
          <p:cNvCxnSpPr/>
          <p:nvPr/>
        </p:nvCxnSpPr>
        <p:spPr>
          <a:xfrm>
            <a:off x="0" y="7315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F7EF3584-A737-4A2B-AEF5-941B0E2C6017}"/>
              </a:ext>
            </a:extLst>
          </p:cNvPr>
          <p:cNvCxnSpPr/>
          <p:nvPr/>
        </p:nvCxnSpPr>
        <p:spPr>
          <a:xfrm>
            <a:off x="0" y="8128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0A15CEB3-94B7-4D4D-B6C3-5FE4A825F4AB}"/>
              </a:ext>
            </a:extLst>
          </p:cNvPr>
          <p:cNvCxnSpPr/>
          <p:nvPr/>
        </p:nvCxnSpPr>
        <p:spPr>
          <a:xfrm>
            <a:off x="0" y="8940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ángulo 34">
            <a:extLst>
              <a:ext uri="{FF2B5EF4-FFF2-40B4-BE49-F238E27FC236}">
                <a16:creationId xmlns:a16="http://schemas.microsoft.com/office/drawing/2014/main" id="{9D163D3E-2380-4767-8BF4-0D92BD231B2D}"/>
              </a:ext>
            </a:extLst>
          </p:cNvPr>
          <p:cNvSpPr/>
          <p:nvPr/>
        </p:nvSpPr>
        <p:spPr>
          <a:xfrm>
            <a:off x="508000" y="482600"/>
            <a:ext cx="15240000" cy="1422400"/>
          </a:xfrm>
          <a:prstGeom prst="rect">
            <a:avLst/>
          </a:prstGeom>
          <a:solidFill>
            <a:srgbClr val="383F12"/>
          </a:solidFill>
          <a:ln w="12700" cap="flat" cmpd="sng" algn="ctr">
            <a:solidFill>
              <a:srgbClr val="383F12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06592B8B-A9CF-4157-A7FB-46FD422C7951}"/>
              </a:ext>
            </a:extLst>
          </p:cNvPr>
          <p:cNvSpPr txBox="1"/>
          <p:nvPr/>
        </p:nvSpPr>
        <p:spPr>
          <a:xfrm>
            <a:off x="990600" y="736600"/>
            <a:ext cx="10160000" cy="646331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3200" b="1">
                <a:solidFill>
                  <a:srgbClr val="FFFFFF"/>
                </a:solidFill>
                <a:latin typeface="Aptos Display"/>
              </a:rPr>
              <a:t>AMARU KIDS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FED91AE-0280-491D-9F43-C6D79B2D32FA}"/>
              </a:ext>
            </a:extLst>
          </p:cNvPr>
          <p:cNvSpPr txBox="1"/>
          <p:nvPr/>
        </p:nvSpPr>
        <p:spPr>
          <a:xfrm>
            <a:off x="1016000" y="1320800"/>
            <a:ext cx="10414000" cy="40011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pt-BR" sz="1600">
                <a:solidFill>
                  <a:srgbClr val="E4EED8"/>
                </a:solidFill>
                <a:latin typeface="Aptos Display"/>
              </a:rPr>
              <a:t>Tecnologia inclusiva para transformar vidas</a:t>
            </a:r>
            <a:endParaRPr lang="es-EC" sz="1600">
              <a:solidFill>
                <a:srgbClr val="E4EED8"/>
              </a:solidFill>
              <a:latin typeface="Aptos Display"/>
            </a:endParaRP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13AD6BD0-E79C-4283-8CC7-E6172054E187}"/>
              </a:ext>
            </a:extLst>
          </p:cNvPr>
          <p:cNvSpPr txBox="1"/>
          <p:nvPr/>
        </p:nvSpPr>
        <p:spPr>
          <a:xfrm>
            <a:off x="914400" y="2413000"/>
            <a:ext cx="5207000" cy="461665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2000" b="1">
                <a:solidFill>
                  <a:srgbClr val="576B17"/>
                </a:solidFill>
                <a:latin typeface="Aptos Display"/>
              </a:rPr>
              <a:t>Problema en 1 oracion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068A9367-4168-47D3-A43F-48A837C2FCE9}"/>
              </a:ext>
            </a:extLst>
          </p:cNvPr>
          <p:cNvSpPr txBox="1"/>
          <p:nvPr/>
        </p:nvSpPr>
        <p:spPr>
          <a:xfrm>
            <a:off x="889000" y="2984500"/>
            <a:ext cx="9906000" cy="1631216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MX" sz="3200" b="1">
                <a:solidFill>
                  <a:srgbClr val="1F2114"/>
                </a:solidFill>
                <a:latin typeface="Aptos Display"/>
              </a:rPr>
              <a:t>Muchos ninos quedan fuera del aprendizaje digital porque las apps educativas no se adaptan a sus necesidades visuales, auditivas o comunicacionales.</a:t>
            </a:r>
            <a:endParaRPr lang="es-EC" sz="3200" b="1">
              <a:solidFill>
                <a:srgbClr val="1F2114"/>
              </a:solidFill>
              <a:latin typeface="Aptos Display"/>
            </a:endParaRP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A371BBFE-C80C-4176-99A7-29C822383CEF}"/>
              </a:ext>
            </a:extLst>
          </p:cNvPr>
          <p:cNvSpPr/>
          <p:nvPr/>
        </p:nvSpPr>
        <p:spPr>
          <a:xfrm>
            <a:off x="11303000" y="2667000"/>
            <a:ext cx="3810000" cy="2667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09A4E54-913A-4B69-9090-DBE0929AF6FE}"/>
              </a:ext>
            </a:extLst>
          </p:cNvPr>
          <p:cNvSpPr txBox="1"/>
          <p:nvPr/>
        </p:nvSpPr>
        <p:spPr>
          <a:xfrm>
            <a:off x="11785600" y="3111500"/>
            <a:ext cx="2921000" cy="830997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EC" sz="4400" b="1">
                <a:solidFill>
                  <a:srgbClr val="FF6742"/>
                </a:solidFill>
                <a:latin typeface="Aptos Display"/>
              </a:rPr>
              <a:t>+900.000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6DC42D55-B924-41D8-B319-EE8865750FE2}"/>
              </a:ext>
            </a:extLst>
          </p:cNvPr>
          <p:cNvSpPr txBox="1"/>
          <p:nvPr/>
        </p:nvSpPr>
        <p:spPr>
          <a:xfrm>
            <a:off x="11684000" y="4000500"/>
            <a:ext cx="3111500" cy="1384995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MX" sz="2000">
                <a:solidFill>
                  <a:srgbClr val="6C6F5D"/>
                </a:solidFill>
                <a:latin typeface="Aptos Display"/>
              </a:rPr>
              <a:t>personas en Ecuador enfrentan barreras de vision, audicion o comunicacion.</a:t>
            </a:r>
            <a:endParaRPr lang="es-EC" sz="2000">
              <a:solidFill>
                <a:srgbClr val="6C6F5D"/>
              </a:solidFill>
              <a:latin typeface="Aptos Display"/>
            </a:endParaRP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0C6A5B03-5649-4AB0-AF73-0800C5C3E099}"/>
              </a:ext>
            </a:extLst>
          </p:cNvPr>
          <p:cNvSpPr/>
          <p:nvPr/>
        </p:nvSpPr>
        <p:spPr>
          <a:xfrm>
            <a:off x="914400" y="6604000"/>
            <a:ext cx="2032000" cy="584200"/>
          </a:xfrm>
          <a:prstGeom prst="rect">
            <a:avLst/>
          </a:prstGeom>
          <a:solidFill>
            <a:srgbClr val="66D1FF"/>
          </a:solidFill>
          <a:ln w="12700" cap="flat" cmpd="sng" algn="ctr">
            <a:solidFill>
              <a:srgbClr val="66D1F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b="1">
                <a:solidFill>
                  <a:srgbClr val="00212C"/>
                </a:solidFill>
                <a:latin typeface="Aptos"/>
              </a:rPr>
              <a:t>ODS 4</a:t>
            </a: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D281E840-E7BF-4774-B462-C22916A7305D}"/>
              </a:ext>
            </a:extLst>
          </p:cNvPr>
          <p:cNvSpPr/>
          <p:nvPr/>
        </p:nvSpPr>
        <p:spPr>
          <a:xfrm>
            <a:off x="3200400" y="6604000"/>
            <a:ext cx="2222500" cy="584200"/>
          </a:xfrm>
          <a:prstGeom prst="rect">
            <a:avLst/>
          </a:prstGeom>
          <a:solidFill>
            <a:srgbClr val="FFF1EA"/>
          </a:solidFill>
          <a:ln w="12700" cap="flat" cmpd="sng" algn="ctr">
            <a:solidFill>
              <a:srgbClr val="FFF1EA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b="1">
                <a:solidFill>
                  <a:srgbClr val="FF6742"/>
                </a:solidFill>
                <a:latin typeface="Aptos"/>
              </a:rPr>
              <a:t>ODS 10</a:t>
            </a:r>
          </a:p>
        </p:txBody>
      </p:sp>
    </p:spTree>
    <p:extLst>
      <p:ext uri="{BB962C8B-B14F-4D97-AF65-F5344CB8AC3E}">
        <p14:creationId xmlns:p14="http://schemas.microsoft.com/office/powerpoint/2010/main" val="30764265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000"/>
    </mc:Choice>
    <mc:Fallback>
      <p:transition spd="slow" advTm="15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CE9596F-151E-4960-9D07-FB8EF069B16A}"/>
              </a:ext>
            </a:extLst>
          </p:cNvPr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6F7EE"/>
          </a:solidFill>
          <a:ln w="12700" cap="flat" cmpd="sng" algn="ctr">
            <a:solidFill>
              <a:srgbClr val="F6F7EE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12795EE1-995A-4D80-9046-DB6826025F0A}"/>
              </a:ext>
            </a:extLst>
          </p:cNvPr>
          <p:cNvCxnSpPr/>
          <p:nvPr/>
        </p:nvCxnSpPr>
        <p:spPr>
          <a:xfrm>
            <a:off x="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D6A78FF-7F98-44AF-B41F-65C95A17C84F}"/>
              </a:ext>
            </a:extLst>
          </p:cNvPr>
          <p:cNvCxnSpPr/>
          <p:nvPr/>
        </p:nvCxnSpPr>
        <p:spPr>
          <a:xfrm>
            <a:off x="812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A9ED0809-DF04-41F9-AFA6-D4B0D180487F}"/>
              </a:ext>
            </a:extLst>
          </p:cNvPr>
          <p:cNvCxnSpPr/>
          <p:nvPr/>
        </p:nvCxnSpPr>
        <p:spPr>
          <a:xfrm>
            <a:off x="1625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E868F292-7F2E-4B86-925B-E32F98BEA3A8}"/>
              </a:ext>
            </a:extLst>
          </p:cNvPr>
          <p:cNvCxnSpPr/>
          <p:nvPr/>
        </p:nvCxnSpPr>
        <p:spPr>
          <a:xfrm>
            <a:off x="2438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ADDD2E57-DDBA-4524-A7FE-769594130BB4}"/>
              </a:ext>
            </a:extLst>
          </p:cNvPr>
          <p:cNvCxnSpPr/>
          <p:nvPr/>
        </p:nvCxnSpPr>
        <p:spPr>
          <a:xfrm>
            <a:off x="3251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8B722DEE-34B0-4D51-A5E2-23617455A4F5}"/>
              </a:ext>
            </a:extLst>
          </p:cNvPr>
          <p:cNvCxnSpPr/>
          <p:nvPr/>
        </p:nvCxnSpPr>
        <p:spPr>
          <a:xfrm>
            <a:off x="4064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0278676-7A88-49E4-8AEB-683D6DF043F2}"/>
              </a:ext>
            </a:extLst>
          </p:cNvPr>
          <p:cNvCxnSpPr/>
          <p:nvPr/>
        </p:nvCxnSpPr>
        <p:spPr>
          <a:xfrm>
            <a:off x="4876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F77B6681-8892-4C64-8866-BAF286CB6881}"/>
              </a:ext>
            </a:extLst>
          </p:cNvPr>
          <p:cNvCxnSpPr/>
          <p:nvPr/>
        </p:nvCxnSpPr>
        <p:spPr>
          <a:xfrm>
            <a:off x="5689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E6B8E972-B0F6-45EE-8409-94D78F48E805}"/>
              </a:ext>
            </a:extLst>
          </p:cNvPr>
          <p:cNvCxnSpPr/>
          <p:nvPr/>
        </p:nvCxnSpPr>
        <p:spPr>
          <a:xfrm>
            <a:off x="6502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2306A25E-18AB-4FF8-800B-9CCF1760FFE4}"/>
              </a:ext>
            </a:extLst>
          </p:cNvPr>
          <p:cNvCxnSpPr/>
          <p:nvPr/>
        </p:nvCxnSpPr>
        <p:spPr>
          <a:xfrm>
            <a:off x="7315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611EE9F8-D862-4FAD-B498-F68730A707C1}"/>
              </a:ext>
            </a:extLst>
          </p:cNvPr>
          <p:cNvCxnSpPr/>
          <p:nvPr/>
        </p:nvCxnSpPr>
        <p:spPr>
          <a:xfrm>
            <a:off x="8128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CC2D56EB-82F4-4E87-B953-D830C1298152}"/>
              </a:ext>
            </a:extLst>
          </p:cNvPr>
          <p:cNvCxnSpPr/>
          <p:nvPr/>
        </p:nvCxnSpPr>
        <p:spPr>
          <a:xfrm>
            <a:off x="8940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9BFD9616-D9AB-411C-B7D9-0248F2C4B45B}"/>
              </a:ext>
            </a:extLst>
          </p:cNvPr>
          <p:cNvCxnSpPr/>
          <p:nvPr/>
        </p:nvCxnSpPr>
        <p:spPr>
          <a:xfrm>
            <a:off x="9753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3846D8BB-A55D-496B-8297-E94E342597BC}"/>
              </a:ext>
            </a:extLst>
          </p:cNvPr>
          <p:cNvCxnSpPr/>
          <p:nvPr/>
        </p:nvCxnSpPr>
        <p:spPr>
          <a:xfrm>
            <a:off x="10566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416ADCDC-BA2F-441A-AD38-11043CDF5986}"/>
              </a:ext>
            </a:extLst>
          </p:cNvPr>
          <p:cNvCxnSpPr/>
          <p:nvPr/>
        </p:nvCxnSpPr>
        <p:spPr>
          <a:xfrm>
            <a:off x="11379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1ABBCD78-8982-4501-9184-5E00C34F69B3}"/>
              </a:ext>
            </a:extLst>
          </p:cNvPr>
          <p:cNvCxnSpPr/>
          <p:nvPr/>
        </p:nvCxnSpPr>
        <p:spPr>
          <a:xfrm>
            <a:off x="12192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522E2080-E363-4F18-A7A7-6860AEEDCF9B}"/>
              </a:ext>
            </a:extLst>
          </p:cNvPr>
          <p:cNvCxnSpPr/>
          <p:nvPr/>
        </p:nvCxnSpPr>
        <p:spPr>
          <a:xfrm>
            <a:off x="13004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76319A69-FEA9-48FF-AF81-00396DC2772E}"/>
              </a:ext>
            </a:extLst>
          </p:cNvPr>
          <p:cNvCxnSpPr/>
          <p:nvPr/>
        </p:nvCxnSpPr>
        <p:spPr>
          <a:xfrm>
            <a:off x="13817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78EB208F-CF33-4B14-9637-CA4A99C13378}"/>
              </a:ext>
            </a:extLst>
          </p:cNvPr>
          <p:cNvCxnSpPr/>
          <p:nvPr/>
        </p:nvCxnSpPr>
        <p:spPr>
          <a:xfrm>
            <a:off x="14630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009D8F72-9B86-40AE-984A-8156CA48937A}"/>
              </a:ext>
            </a:extLst>
          </p:cNvPr>
          <p:cNvCxnSpPr/>
          <p:nvPr/>
        </p:nvCxnSpPr>
        <p:spPr>
          <a:xfrm>
            <a:off x="15443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CEAC380B-6764-4FB9-B78B-ED33C5E5DA67}"/>
              </a:ext>
            </a:extLst>
          </p:cNvPr>
          <p:cNvCxnSpPr/>
          <p:nvPr/>
        </p:nvCxnSpPr>
        <p:spPr>
          <a:xfrm>
            <a:off x="0" y="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A2214EC4-FB35-4ECE-8495-8FD259DF2BCE}"/>
              </a:ext>
            </a:extLst>
          </p:cNvPr>
          <p:cNvCxnSpPr/>
          <p:nvPr/>
        </p:nvCxnSpPr>
        <p:spPr>
          <a:xfrm>
            <a:off x="0" y="812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772FDD4-D859-4FF2-B534-B00550F53242}"/>
              </a:ext>
            </a:extLst>
          </p:cNvPr>
          <p:cNvCxnSpPr/>
          <p:nvPr/>
        </p:nvCxnSpPr>
        <p:spPr>
          <a:xfrm>
            <a:off x="0" y="1625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4DD0F081-8D4F-4BA4-A650-C108735B64F8}"/>
              </a:ext>
            </a:extLst>
          </p:cNvPr>
          <p:cNvCxnSpPr/>
          <p:nvPr/>
        </p:nvCxnSpPr>
        <p:spPr>
          <a:xfrm>
            <a:off x="0" y="2438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C1431008-52ED-4AA2-B5EC-835F23FBA642}"/>
              </a:ext>
            </a:extLst>
          </p:cNvPr>
          <p:cNvCxnSpPr/>
          <p:nvPr/>
        </p:nvCxnSpPr>
        <p:spPr>
          <a:xfrm>
            <a:off x="0" y="3251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AD38DDAF-160B-476F-865D-9E27CF2FED89}"/>
              </a:ext>
            </a:extLst>
          </p:cNvPr>
          <p:cNvCxnSpPr/>
          <p:nvPr/>
        </p:nvCxnSpPr>
        <p:spPr>
          <a:xfrm>
            <a:off x="0" y="4064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3EF59380-6E4C-4CA8-BFA4-94C07AA1E8C2}"/>
              </a:ext>
            </a:extLst>
          </p:cNvPr>
          <p:cNvCxnSpPr/>
          <p:nvPr/>
        </p:nvCxnSpPr>
        <p:spPr>
          <a:xfrm>
            <a:off x="0" y="4876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A7F4F7CA-9B5C-4E07-BC6B-D29B1B5172EE}"/>
              </a:ext>
            </a:extLst>
          </p:cNvPr>
          <p:cNvCxnSpPr/>
          <p:nvPr/>
        </p:nvCxnSpPr>
        <p:spPr>
          <a:xfrm>
            <a:off x="0" y="5689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6389A13D-D7C4-4CAF-8A9E-506511767AF3}"/>
              </a:ext>
            </a:extLst>
          </p:cNvPr>
          <p:cNvCxnSpPr/>
          <p:nvPr/>
        </p:nvCxnSpPr>
        <p:spPr>
          <a:xfrm>
            <a:off x="0" y="6502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29CA69B2-0801-41E2-9DDE-86494100601D}"/>
              </a:ext>
            </a:extLst>
          </p:cNvPr>
          <p:cNvCxnSpPr/>
          <p:nvPr/>
        </p:nvCxnSpPr>
        <p:spPr>
          <a:xfrm>
            <a:off x="0" y="7315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56288247-BCF4-437A-AC7C-FE88F34AE021}"/>
              </a:ext>
            </a:extLst>
          </p:cNvPr>
          <p:cNvCxnSpPr/>
          <p:nvPr/>
        </p:nvCxnSpPr>
        <p:spPr>
          <a:xfrm>
            <a:off x="0" y="8128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CB4ED76A-2C01-4F60-B275-8D660B37E21D}"/>
              </a:ext>
            </a:extLst>
          </p:cNvPr>
          <p:cNvCxnSpPr/>
          <p:nvPr/>
        </p:nvCxnSpPr>
        <p:spPr>
          <a:xfrm>
            <a:off x="0" y="8940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ángulo 34">
            <a:extLst>
              <a:ext uri="{FF2B5EF4-FFF2-40B4-BE49-F238E27FC236}">
                <a16:creationId xmlns:a16="http://schemas.microsoft.com/office/drawing/2014/main" id="{E28E8E65-30FC-4E6E-8FB4-DC1213D52186}"/>
              </a:ext>
            </a:extLst>
          </p:cNvPr>
          <p:cNvSpPr/>
          <p:nvPr/>
        </p:nvSpPr>
        <p:spPr>
          <a:xfrm>
            <a:off x="508000" y="482600"/>
            <a:ext cx="15240000" cy="1422400"/>
          </a:xfrm>
          <a:prstGeom prst="rect">
            <a:avLst/>
          </a:prstGeom>
          <a:solidFill>
            <a:srgbClr val="576B17"/>
          </a:solidFill>
          <a:ln w="12700" cap="flat" cmpd="sng" algn="ctr">
            <a:solidFill>
              <a:srgbClr val="576B17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1AEBC771-47F6-4A9A-818C-AD02D0D0C595}"/>
              </a:ext>
            </a:extLst>
          </p:cNvPr>
          <p:cNvSpPr txBox="1"/>
          <p:nvPr/>
        </p:nvSpPr>
        <p:spPr>
          <a:xfrm>
            <a:off x="990600" y="736600"/>
            <a:ext cx="10160000" cy="646331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3200" b="1">
                <a:solidFill>
                  <a:srgbClr val="FFFFFF"/>
                </a:solidFill>
                <a:latin typeface="Aptos Display"/>
              </a:rPr>
              <a:t>Pantalla principal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8C86ECE8-4634-4DF5-AEC4-56C8733A8D7F}"/>
              </a:ext>
            </a:extLst>
          </p:cNvPr>
          <p:cNvSpPr txBox="1"/>
          <p:nvPr/>
        </p:nvSpPr>
        <p:spPr>
          <a:xfrm>
            <a:off x="1016000" y="1320800"/>
            <a:ext cx="10414000" cy="40011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MX" sz="1600">
                <a:solidFill>
                  <a:srgbClr val="E4EED8"/>
                </a:solidFill>
                <a:latin typeface="Aptos Display"/>
              </a:rPr>
              <a:t>Una app web clara, colorida y profesional.</a:t>
            </a:r>
            <a:endParaRPr lang="es-EC" sz="1600">
              <a:solidFill>
                <a:srgbClr val="E4EED8"/>
              </a:solidFill>
              <a:latin typeface="Aptos Display"/>
            </a:endParaRPr>
          </a:p>
        </p:txBody>
      </p:sp>
      <p:pic>
        <p:nvPicPr>
          <p:cNvPr id="39" name="Imagen 38">
            <a:extLst>
              <a:ext uri="{FF2B5EF4-FFF2-40B4-BE49-F238E27FC236}">
                <a16:creationId xmlns:a16="http://schemas.microsoft.com/office/drawing/2014/main" id="{C2855340-2905-46DC-8756-486CF419866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86000"/>
            <a:ext cx="9652000" cy="5727700"/>
          </a:xfrm>
          <a:prstGeom prst="rect">
            <a:avLst/>
          </a:prstGeom>
        </p:spPr>
      </p:pic>
      <p:sp>
        <p:nvSpPr>
          <p:cNvPr id="40" name="Rectángulo 39">
            <a:extLst>
              <a:ext uri="{FF2B5EF4-FFF2-40B4-BE49-F238E27FC236}">
                <a16:creationId xmlns:a16="http://schemas.microsoft.com/office/drawing/2014/main" id="{8039CF37-7F5A-4F32-A1F3-5124522EAD89}"/>
              </a:ext>
            </a:extLst>
          </p:cNvPr>
          <p:cNvSpPr/>
          <p:nvPr/>
        </p:nvSpPr>
        <p:spPr>
          <a:xfrm>
            <a:off x="10985500" y="2540000"/>
            <a:ext cx="4000500" cy="4699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260EB886-4B7C-45EF-B249-04738734C03F}"/>
              </a:ext>
            </a:extLst>
          </p:cNvPr>
          <p:cNvSpPr txBox="1"/>
          <p:nvPr/>
        </p:nvSpPr>
        <p:spPr>
          <a:xfrm>
            <a:off x="11430000" y="2946400"/>
            <a:ext cx="3175000" cy="52322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2400" b="1">
                <a:solidFill>
                  <a:srgbClr val="576B17"/>
                </a:solidFill>
                <a:latin typeface="Aptos Display"/>
              </a:rPr>
              <a:t>Primera impresion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38EA3B02-07EF-4123-9D76-9EF56C2EF3A7}"/>
              </a:ext>
            </a:extLst>
          </p:cNvPr>
          <p:cNvSpPr txBox="1"/>
          <p:nvPr/>
        </p:nvSpPr>
        <p:spPr>
          <a:xfrm>
            <a:off x="11430000" y="3619500"/>
            <a:ext cx="2984500" cy="2077492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MX" sz="2500" b="1">
                <a:solidFill>
                  <a:srgbClr val="1F2114"/>
                </a:solidFill>
                <a:latin typeface="Aptos Display"/>
              </a:rPr>
              <a:t>La pantalla comunica el valor social, muestra estado de servicios y abre el MVP interactivo.</a:t>
            </a:r>
            <a:endParaRPr lang="es-EC" sz="2500" b="1">
              <a:solidFill>
                <a:srgbClr val="1F2114"/>
              </a:solidFill>
              <a:latin typeface="Aptos Display"/>
            </a:endParaRP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3FDB3825-C570-4F25-833C-FE3FCC0B911C}"/>
              </a:ext>
            </a:extLst>
          </p:cNvPr>
          <p:cNvSpPr/>
          <p:nvPr/>
        </p:nvSpPr>
        <p:spPr>
          <a:xfrm>
            <a:off x="11455400" y="6032500"/>
            <a:ext cx="2667000" cy="584200"/>
          </a:xfrm>
          <a:prstGeom prst="rect">
            <a:avLst/>
          </a:prstGeom>
          <a:solidFill>
            <a:srgbClr val="BDE07C"/>
          </a:solidFill>
          <a:ln w="12700" cap="flat" cmpd="sng" algn="ctr">
            <a:solidFill>
              <a:srgbClr val="BDE07C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b="1">
                <a:solidFill>
                  <a:srgbClr val="2A3012"/>
                </a:solidFill>
                <a:latin typeface="Aptos"/>
              </a:rPr>
              <a:t>URL publica</a:t>
            </a:r>
          </a:p>
        </p:txBody>
      </p:sp>
    </p:spTree>
    <p:extLst>
      <p:ext uri="{BB962C8B-B14F-4D97-AF65-F5344CB8AC3E}">
        <p14:creationId xmlns:p14="http://schemas.microsoft.com/office/powerpoint/2010/main" val="9267388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000"/>
    </mc:Choice>
    <mc:Fallback>
      <p:transition spd="slow" advTm="15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15E27FDB-FE26-4FA1-8703-5A8028D3AE16}"/>
              </a:ext>
            </a:extLst>
          </p:cNvPr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6F7EE"/>
          </a:solidFill>
          <a:ln w="12700" cap="flat" cmpd="sng" algn="ctr">
            <a:solidFill>
              <a:srgbClr val="F6F7EE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4B1B8B75-940A-4A82-9FDA-ADDEA11F0D7A}"/>
              </a:ext>
            </a:extLst>
          </p:cNvPr>
          <p:cNvCxnSpPr/>
          <p:nvPr/>
        </p:nvCxnSpPr>
        <p:spPr>
          <a:xfrm>
            <a:off x="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1A1394-0F60-462E-83DC-EB1E36DED7A6}"/>
              </a:ext>
            </a:extLst>
          </p:cNvPr>
          <p:cNvCxnSpPr/>
          <p:nvPr/>
        </p:nvCxnSpPr>
        <p:spPr>
          <a:xfrm>
            <a:off x="812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A181B13-934D-4803-B91F-EB395D8F0E52}"/>
              </a:ext>
            </a:extLst>
          </p:cNvPr>
          <p:cNvCxnSpPr/>
          <p:nvPr/>
        </p:nvCxnSpPr>
        <p:spPr>
          <a:xfrm>
            <a:off x="1625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4EEA3D95-9F43-4874-B846-E1028FD5DA36}"/>
              </a:ext>
            </a:extLst>
          </p:cNvPr>
          <p:cNvCxnSpPr/>
          <p:nvPr/>
        </p:nvCxnSpPr>
        <p:spPr>
          <a:xfrm>
            <a:off x="2438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27F6065F-CC6C-42D5-AD5E-8C45CAA5412F}"/>
              </a:ext>
            </a:extLst>
          </p:cNvPr>
          <p:cNvCxnSpPr/>
          <p:nvPr/>
        </p:nvCxnSpPr>
        <p:spPr>
          <a:xfrm>
            <a:off x="3251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4D54AE76-26A5-4C33-9355-06CE76646F55}"/>
              </a:ext>
            </a:extLst>
          </p:cNvPr>
          <p:cNvCxnSpPr/>
          <p:nvPr/>
        </p:nvCxnSpPr>
        <p:spPr>
          <a:xfrm>
            <a:off x="4064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A8966ED-A715-459B-A37F-492C79DDC08E}"/>
              </a:ext>
            </a:extLst>
          </p:cNvPr>
          <p:cNvCxnSpPr/>
          <p:nvPr/>
        </p:nvCxnSpPr>
        <p:spPr>
          <a:xfrm>
            <a:off x="4876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DD47EA97-4273-4213-95B3-B7AAD0AD9D76}"/>
              </a:ext>
            </a:extLst>
          </p:cNvPr>
          <p:cNvCxnSpPr/>
          <p:nvPr/>
        </p:nvCxnSpPr>
        <p:spPr>
          <a:xfrm>
            <a:off x="5689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9CE1D273-B74F-407D-93C5-3EDCF2ABAEF0}"/>
              </a:ext>
            </a:extLst>
          </p:cNvPr>
          <p:cNvCxnSpPr/>
          <p:nvPr/>
        </p:nvCxnSpPr>
        <p:spPr>
          <a:xfrm>
            <a:off x="6502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7C82066E-353B-48AA-825A-0102C19B4459}"/>
              </a:ext>
            </a:extLst>
          </p:cNvPr>
          <p:cNvCxnSpPr/>
          <p:nvPr/>
        </p:nvCxnSpPr>
        <p:spPr>
          <a:xfrm>
            <a:off x="7315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7E290AD6-793D-4044-BD65-24D7B8EEC499}"/>
              </a:ext>
            </a:extLst>
          </p:cNvPr>
          <p:cNvCxnSpPr/>
          <p:nvPr/>
        </p:nvCxnSpPr>
        <p:spPr>
          <a:xfrm>
            <a:off x="8128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A49A90A4-316C-4F99-B8E8-4BB7337227F5}"/>
              </a:ext>
            </a:extLst>
          </p:cNvPr>
          <p:cNvCxnSpPr/>
          <p:nvPr/>
        </p:nvCxnSpPr>
        <p:spPr>
          <a:xfrm>
            <a:off x="8940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7540A8B2-8CEF-41E0-876D-67B11D011790}"/>
              </a:ext>
            </a:extLst>
          </p:cNvPr>
          <p:cNvCxnSpPr/>
          <p:nvPr/>
        </p:nvCxnSpPr>
        <p:spPr>
          <a:xfrm>
            <a:off x="9753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17C74ED9-6D86-4FF2-9D50-8F37A29743F2}"/>
              </a:ext>
            </a:extLst>
          </p:cNvPr>
          <p:cNvCxnSpPr/>
          <p:nvPr/>
        </p:nvCxnSpPr>
        <p:spPr>
          <a:xfrm>
            <a:off x="10566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FC5BAF3D-2877-45A0-96B3-B467DAA95B41}"/>
              </a:ext>
            </a:extLst>
          </p:cNvPr>
          <p:cNvCxnSpPr/>
          <p:nvPr/>
        </p:nvCxnSpPr>
        <p:spPr>
          <a:xfrm>
            <a:off x="11379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1B0F4E9F-6570-4021-ADC0-6C370A38120D}"/>
              </a:ext>
            </a:extLst>
          </p:cNvPr>
          <p:cNvCxnSpPr/>
          <p:nvPr/>
        </p:nvCxnSpPr>
        <p:spPr>
          <a:xfrm>
            <a:off x="12192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0111C086-D24F-49AD-8DBC-5295806E7FB1}"/>
              </a:ext>
            </a:extLst>
          </p:cNvPr>
          <p:cNvCxnSpPr/>
          <p:nvPr/>
        </p:nvCxnSpPr>
        <p:spPr>
          <a:xfrm>
            <a:off x="13004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F465CC66-F963-4980-A91A-29A5EB4D7989}"/>
              </a:ext>
            </a:extLst>
          </p:cNvPr>
          <p:cNvCxnSpPr/>
          <p:nvPr/>
        </p:nvCxnSpPr>
        <p:spPr>
          <a:xfrm>
            <a:off x="13817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6C6FE182-D088-4855-ABF1-2EDB7E3747C4}"/>
              </a:ext>
            </a:extLst>
          </p:cNvPr>
          <p:cNvCxnSpPr/>
          <p:nvPr/>
        </p:nvCxnSpPr>
        <p:spPr>
          <a:xfrm>
            <a:off x="14630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159925AD-D0E1-4582-A08B-B1A5403C4EE3}"/>
              </a:ext>
            </a:extLst>
          </p:cNvPr>
          <p:cNvCxnSpPr/>
          <p:nvPr/>
        </p:nvCxnSpPr>
        <p:spPr>
          <a:xfrm>
            <a:off x="15443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85E0AF9C-5123-4641-939D-6F3A53DE527A}"/>
              </a:ext>
            </a:extLst>
          </p:cNvPr>
          <p:cNvCxnSpPr/>
          <p:nvPr/>
        </p:nvCxnSpPr>
        <p:spPr>
          <a:xfrm>
            <a:off x="0" y="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36DCFDA6-0C78-4172-B726-1996819C75BE}"/>
              </a:ext>
            </a:extLst>
          </p:cNvPr>
          <p:cNvCxnSpPr/>
          <p:nvPr/>
        </p:nvCxnSpPr>
        <p:spPr>
          <a:xfrm>
            <a:off x="0" y="812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49D0469-01ED-4580-AB38-58EA2C4A648A}"/>
              </a:ext>
            </a:extLst>
          </p:cNvPr>
          <p:cNvCxnSpPr/>
          <p:nvPr/>
        </p:nvCxnSpPr>
        <p:spPr>
          <a:xfrm>
            <a:off x="0" y="1625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4D2861DB-A56E-4714-B6E5-45DACE8A8A39}"/>
              </a:ext>
            </a:extLst>
          </p:cNvPr>
          <p:cNvCxnSpPr/>
          <p:nvPr/>
        </p:nvCxnSpPr>
        <p:spPr>
          <a:xfrm>
            <a:off x="0" y="2438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B405DCDC-9A6D-458E-8C87-59A6B24C1FC9}"/>
              </a:ext>
            </a:extLst>
          </p:cNvPr>
          <p:cNvCxnSpPr/>
          <p:nvPr/>
        </p:nvCxnSpPr>
        <p:spPr>
          <a:xfrm>
            <a:off x="0" y="3251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F23B456E-4DD3-4D7A-BB64-73BFE7B1D9C0}"/>
              </a:ext>
            </a:extLst>
          </p:cNvPr>
          <p:cNvCxnSpPr/>
          <p:nvPr/>
        </p:nvCxnSpPr>
        <p:spPr>
          <a:xfrm>
            <a:off x="0" y="4064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0508EDB6-A2EC-4A25-942D-F718B2137931}"/>
              </a:ext>
            </a:extLst>
          </p:cNvPr>
          <p:cNvCxnSpPr/>
          <p:nvPr/>
        </p:nvCxnSpPr>
        <p:spPr>
          <a:xfrm>
            <a:off x="0" y="4876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425EE8D3-B08C-47C9-A595-DD4B2E8F5AF6}"/>
              </a:ext>
            </a:extLst>
          </p:cNvPr>
          <p:cNvCxnSpPr/>
          <p:nvPr/>
        </p:nvCxnSpPr>
        <p:spPr>
          <a:xfrm>
            <a:off x="0" y="5689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66AB176C-50C5-4A72-A315-3C92E7C510AF}"/>
              </a:ext>
            </a:extLst>
          </p:cNvPr>
          <p:cNvCxnSpPr/>
          <p:nvPr/>
        </p:nvCxnSpPr>
        <p:spPr>
          <a:xfrm>
            <a:off x="0" y="6502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0A3AFF4A-856B-4B11-BC0D-C9C61A8A7851}"/>
              </a:ext>
            </a:extLst>
          </p:cNvPr>
          <p:cNvCxnSpPr/>
          <p:nvPr/>
        </p:nvCxnSpPr>
        <p:spPr>
          <a:xfrm>
            <a:off x="0" y="7315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493230B0-1965-4661-829D-7C0F8A9BF18B}"/>
              </a:ext>
            </a:extLst>
          </p:cNvPr>
          <p:cNvCxnSpPr/>
          <p:nvPr/>
        </p:nvCxnSpPr>
        <p:spPr>
          <a:xfrm>
            <a:off x="0" y="8128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79171CD5-49B3-49FC-B53C-C43DBB99B8B5}"/>
              </a:ext>
            </a:extLst>
          </p:cNvPr>
          <p:cNvCxnSpPr/>
          <p:nvPr/>
        </p:nvCxnSpPr>
        <p:spPr>
          <a:xfrm>
            <a:off x="0" y="8940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ángulo 34">
            <a:extLst>
              <a:ext uri="{FF2B5EF4-FFF2-40B4-BE49-F238E27FC236}">
                <a16:creationId xmlns:a16="http://schemas.microsoft.com/office/drawing/2014/main" id="{2E141FC8-1E78-497E-B82E-3ADF2E260849}"/>
              </a:ext>
            </a:extLst>
          </p:cNvPr>
          <p:cNvSpPr/>
          <p:nvPr/>
        </p:nvSpPr>
        <p:spPr>
          <a:xfrm>
            <a:off x="508000" y="482600"/>
            <a:ext cx="15240000" cy="1422400"/>
          </a:xfrm>
          <a:prstGeom prst="rect">
            <a:avLst/>
          </a:prstGeom>
          <a:solidFill>
            <a:srgbClr val="FF6742"/>
          </a:solidFill>
          <a:ln w="12700" cap="flat" cmpd="sng" algn="ctr">
            <a:solidFill>
              <a:srgbClr val="FF6742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2F8888EC-6271-440E-8446-835BAEC1708C}"/>
              </a:ext>
            </a:extLst>
          </p:cNvPr>
          <p:cNvSpPr txBox="1"/>
          <p:nvPr/>
        </p:nvSpPr>
        <p:spPr>
          <a:xfrm>
            <a:off x="990600" y="736600"/>
            <a:ext cx="10160000" cy="646331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MX" sz="3200" b="1">
                <a:solidFill>
                  <a:srgbClr val="FFFFFF"/>
                </a:solidFill>
                <a:latin typeface="Aptos Display"/>
              </a:rPr>
              <a:t>Flujo 1: perfil de accesibilidad</a:t>
            </a:r>
            <a:endParaRPr lang="es-EC" sz="3200" b="1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6A5248E4-D811-424B-8A02-09900E757CFC}"/>
              </a:ext>
            </a:extLst>
          </p:cNvPr>
          <p:cNvSpPr txBox="1"/>
          <p:nvPr/>
        </p:nvSpPr>
        <p:spPr>
          <a:xfrm>
            <a:off x="1016000" y="1320800"/>
            <a:ext cx="10414000" cy="40011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MX" sz="1600">
                <a:solidFill>
                  <a:srgbClr val="E4EED8"/>
                </a:solidFill>
                <a:latin typeface="Aptos Display"/>
              </a:rPr>
              <a:t>El usuario elige como quiere aprender.</a:t>
            </a:r>
            <a:endParaRPr lang="es-EC" sz="1600">
              <a:solidFill>
                <a:srgbClr val="E4EED8"/>
              </a:solidFill>
              <a:latin typeface="Aptos Display"/>
            </a:endParaRP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78758EF3-2828-4051-BAE1-D2F7C85503C8}"/>
              </a:ext>
            </a:extLst>
          </p:cNvPr>
          <p:cNvSpPr txBox="1"/>
          <p:nvPr/>
        </p:nvSpPr>
        <p:spPr>
          <a:xfrm>
            <a:off x="1041400" y="2413000"/>
            <a:ext cx="7112000" cy="677108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3400" b="1">
                <a:solidFill>
                  <a:srgbClr val="1F2114"/>
                </a:solidFill>
                <a:latin typeface="Aptos Display"/>
              </a:rPr>
              <a:t>Seleccion de necesidades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1C16255D-B64A-4819-BA44-986CBF7414C7}"/>
              </a:ext>
            </a:extLst>
          </p:cNvPr>
          <p:cNvSpPr/>
          <p:nvPr/>
        </p:nvSpPr>
        <p:spPr>
          <a:xfrm>
            <a:off x="1168400" y="3556000"/>
            <a:ext cx="4572000" cy="990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AA1D2CF1-F3E8-4D60-B9A2-A81CBC5ACCFD}"/>
              </a:ext>
            </a:extLst>
          </p:cNvPr>
          <p:cNvSpPr/>
          <p:nvPr/>
        </p:nvSpPr>
        <p:spPr>
          <a:xfrm>
            <a:off x="1397000" y="3759200"/>
            <a:ext cx="584200" cy="584200"/>
          </a:xfrm>
          <a:prstGeom prst="rect">
            <a:avLst/>
          </a:prstGeom>
          <a:solidFill>
            <a:srgbClr val="FF6742"/>
          </a:solidFill>
          <a:ln w="12700" cap="flat" cmpd="sng" algn="ctr">
            <a:solidFill>
              <a:srgbClr val="FF6742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4CBE7BB0-64A3-43D3-B756-8F7E6A511F82}"/>
              </a:ext>
            </a:extLst>
          </p:cNvPr>
          <p:cNvSpPr txBox="1"/>
          <p:nvPr/>
        </p:nvSpPr>
        <p:spPr>
          <a:xfrm>
            <a:off x="2209800" y="3835400"/>
            <a:ext cx="2921000" cy="52322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2400" b="1">
                <a:solidFill>
                  <a:srgbClr val="1F2114"/>
                </a:solidFill>
                <a:latin typeface="Aptos Display"/>
              </a:rPr>
              <a:t>Visual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0E831C31-9058-4F13-B642-E39D67245F6B}"/>
              </a:ext>
            </a:extLst>
          </p:cNvPr>
          <p:cNvSpPr/>
          <p:nvPr/>
        </p:nvSpPr>
        <p:spPr>
          <a:xfrm>
            <a:off x="6502400" y="3556000"/>
            <a:ext cx="4572000" cy="990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64C9D94E-4525-414A-B554-A062FA599D08}"/>
              </a:ext>
            </a:extLst>
          </p:cNvPr>
          <p:cNvSpPr/>
          <p:nvPr/>
        </p:nvSpPr>
        <p:spPr>
          <a:xfrm>
            <a:off x="6731000" y="3759200"/>
            <a:ext cx="584200" cy="584200"/>
          </a:xfrm>
          <a:prstGeom prst="rect">
            <a:avLst/>
          </a:prstGeom>
          <a:solidFill>
            <a:srgbClr val="BDE07C"/>
          </a:solidFill>
          <a:ln w="12700" cap="flat" cmpd="sng" algn="ctr">
            <a:solidFill>
              <a:srgbClr val="BDE07C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586D81E-46EE-425C-A9F4-A8A368AF8280}"/>
              </a:ext>
            </a:extLst>
          </p:cNvPr>
          <p:cNvSpPr txBox="1"/>
          <p:nvPr/>
        </p:nvSpPr>
        <p:spPr>
          <a:xfrm>
            <a:off x="7543800" y="3835400"/>
            <a:ext cx="2921000" cy="52322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2400" b="1">
                <a:solidFill>
                  <a:srgbClr val="1F2114"/>
                </a:solidFill>
                <a:latin typeface="Aptos Display"/>
              </a:rPr>
              <a:t>Auditiva</a:t>
            </a: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E2559189-9193-44AD-9DA1-858241E392BC}"/>
              </a:ext>
            </a:extLst>
          </p:cNvPr>
          <p:cNvSpPr/>
          <p:nvPr/>
        </p:nvSpPr>
        <p:spPr>
          <a:xfrm>
            <a:off x="1168400" y="5016500"/>
            <a:ext cx="4572000" cy="990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E109269D-EC15-4CDF-AA35-7F5D599A89D2}"/>
              </a:ext>
            </a:extLst>
          </p:cNvPr>
          <p:cNvSpPr/>
          <p:nvPr/>
        </p:nvSpPr>
        <p:spPr>
          <a:xfrm>
            <a:off x="1397000" y="5219700"/>
            <a:ext cx="584200" cy="584200"/>
          </a:xfrm>
          <a:prstGeom prst="rect">
            <a:avLst/>
          </a:prstGeom>
          <a:solidFill>
            <a:srgbClr val="66D1FF"/>
          </a:solidFill>
          <a:ln w="12700" cap="flat" cmpd="sng" algn="ctr">
            <a:solidFill>
              <a:srgbClr val="66D1F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4C9119C-C4A6-4403-BE32-82A8B48335B6}"/>
              </a:ext>
            </a:extLst>
          </p:cNvPr>
          <p:cNvSpPr txBox="1"/>
          <p:nvPr/>
        </p:nvSpPr>
        <p:spPr>
          <a:xfrm>
            <a:off x="2209800" y="5295900"/>
            <a:ext cx="2921000" cy="52322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2400" b="1">
                <a:solidFill>
                  <a:srgbClr val="1F2114"/>
                </a:solidFill>
                <a:latin typeface="Aptos Display"/>
              </a:rPr>
              <a:t>Comunicacion</a:t>
            </a: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DDB38C60-7BC6-4573-A3EB-1AE220305BA7}"/>
              </a:ext>
            </a:extLst>
          </p:cNvPr>
          <p:cNvSpPr/>
          <p:nvPr/>
        </p:nvSpPr>
        <p:spPr>
          <a:xfrm>
            <a:off x="6502400" y="5016500"/>
            <a:ext cx="4572000" cy="990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7F6DB89C-9ECC-4488-8568-AA9C1B093EC3}"/>
              </a:ext>
            </a:extLst>
          </p:cNvPr>
          <p:cNvSpPr/>
          <p:nvPr/>
        </p:nvSpPr>
        <p:spPr>
          <a:xfrm>
            <a:off x="6731000" y="5219700"/>
            <a:ext cx="584200" cy="584200"/>
          </a:xfrm>
          <a:prstGeom prst="rect">
            <a:avLst/>
          </a:prstGeom>
          <a:solidFill>
            <a:srgbClr val="6B6BFF"/>
          </a:solidFill>
          <a:ln w="12700" cap="flat" cmpd="sng" algn="ctr">
            <a:solidFill>
              <a:srgbClr val="6B6BF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EB23DC86-1B9B-4BA0-977D-C8B464A12577}"/>
              </a:ext>
            </a:extLst>
          </p:cNvPr>
          <p:cNvSpPr txBox="1"/>
          <p:nvPr/>
        </p:nvSpPr>
        <p:spPr>
          <a:xfrm>
            <a:off x="7543800" y="5295900"/>
            <a:ext cx="2921000" cy="52322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2400" b="1">
                <a:solidFill>
                  <a:srgbClr val="1F2114"/>
                </a:solidFill>
                <a:latin typeface="Aptos Display"/>
              </a:rPr>
              <a:t>TDAH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826CE259-9B72-4931-8171-C0CCBB9C7CCE}"/>
              </a:ext>
            </a:extLst>
          </p:cNvPr>
          <p:cNvSpPr txBox="1"/>
          <p:nvPr/>
        </p:nvSpPr>
        <p:spPr>
          <a:xfrm>
            <a:off x="1168400" y="7048500"/>
            <a:ext cx="12446000" cy="1015663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MX" sz="2800">
                <a:solidFill>
                  <a:srgbClr val="6C6F5D"/>
                </a:solidFill>
                <a:latin typeface="Aptos Display"/>
              </a:rPr>
              <a:t>La interfaz responde con alto contraste, texto ampliado, pictogramas y actividades cortas.</a:t>
            </a:r>
            <a:endParaRPr lang="es-EC" sz="2800">
              <a:solidFill>
                <a:srgbClr val="6C6F5D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8186191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000"/>
    </mc:Choice>
    <mc:Fallback>
      <p:transition spd="slow" advTm="1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0B3B079F-51D3-4E7D-8274-9D9ED1CA8BB8}"/>
              </a:ext>
            </a:extLst>
          </p:cNvPr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6F7EE"/>
          </a:solidFill>
          <a:ln w="12700" cap="flat" cmpd="sng" algn="ctr">
            <a:solidFill>
              <a:srgbClr val="F6F7EE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2BBB7913-9509-4F5B-A924-7933C1212673}"/>
              </a:ext>
            </a:extLst>
          </p:cNvPr>
          <p:cNvCxnSpPr/>
          <p:nvPr/>
        </p:nvCxnSpPr>
        <p:spPr>
          <a:xfrm>
            <a:off x="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457ECA3-2666-4AB3-8261-4E1699E3DE32}"/>
              </a:ext>
            </a:extLst>
          </p:cNvPr>
          <p:cNvCxnSpPr/>
          <p:nvPr/>
        </p:nvCxnSpPr>
        <p:spPr>
          <a:xfrm>
            <a:off x="812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E9ECFB8B-EFD2-45FB-A693-F7216EFB6E80}"/>
              </a:ext>
            </a:extLst>
          </p:cNvPr>
          <p:cNvCxnSpPr/>
          <p:nvPr/>
        </p:nvCxnSpPr>
        <p:spPr>
          <a:xfrm>
            <a:off x="1625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51E17629-8E0B-4338-A2DC-C67A881FDD16}"/>
              </a:ext>
            </a:extLst>
          </p:cNvPr>
          <p:cNvCxnSpPr/>
          <p:nvPr/>
        </p:nvCxnSpPr>
        <p:spPr>
          <a:xfrm>
            <a:off x="2438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3EBB4B19-E6F2-4A95-BFB9-94A6CFEC79BC}"/>
              </a:ext>
            </a:extLst>
          </p:cNvPr>
          <p:cNvCxnSpPr/>
          <p:nvPr/>
        </p:nvCxnSpPr>
        <p:spPr>
          <a:xfrm>
            <a:off x="3251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7AED4076-2238-4475-B638-C9C59B185815}"/>
              </a:ext>
            </a:extLst>
          </p:cNvPr>
          <p:cNvCxnSpPr/>
          <p:nvPr/>
        </p:nvCxnSpPr>
        <p:spPr>
          <a:xfrm>
            <a:off x="4064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9EA63D47-8DA3-4F6D-9756-189A4BA93195}"/>
              </a:ext>
            </a:extLst>
          </p:cNvPr>
          <p:cNvCxnSpPr/>
          <p:nvPr/>
        </p:nvCxnSpPr>
        <p:spPr>
          <a:xfrm>
            <a:off x="4876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2D8203D7-042B-471F-B7B4-C40351A72EC7}"/>
              </a:ext>
            </a:extLst>
          </p:cNvPr>
          <p:cNvCxnSpPr/>
          <p:nvPr/>
        </p:nvCxnSpPr>
        <p:spPr>
          <a:xfrm>
            <a:off x="5689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F53025BA-EF28-436B-98BB-EDE2E34C8246}"/>
              </a:ext>
            </a:extLst>
          </p:cNvPr>
          <p:cNvCxnSpPr/>
          <p:nvPr/>
        </p:nvCxnSpPr>
        <p:spPr>
          <a:xfrm>
            <a:off x="6502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E107D27-DB6A-4CAE-9FDA-857F2F1E6293}"/>
              </a:ext>
            </a:extLst>
          </p:cNvPr>
          <p:cNvCxnSpPr/>
          <p:nvPr/>
        </p:nvCxnSpPr>
        <p:spPr>
          <a:xfrm>
            <a:off x="7315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710BF21B-A2DC-4FA5-BADA-6CFF33475BC1}"/>
              </a:ext>
            </a:extLst>
          </p:cNvPr>
          <p:cNvCxnSpPr/>
          <p:nvPr/>
        </p:nvCxnSpPr>
        <p:spPr>
          <a:xfrm>
            <a:off x="8128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C204D673-36A8-4933-A5C5-DEEBDCECFE7B}"/>
              </a:ext>
            </a:extLst>
          </p:cNvPr>
          <p:cNvCxnSpPr/>
          <p:nvPr/>
        </p:nvCxnSpPr>
        <p:spPr>
          <a:xfrm>
            <a:off x="8940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B603047E-CA86-431F-B008-0CE1F3F6B522}"/>
              </a:ext>
            </a:extLst>
          </p:cNvPr>
          <p:cNvCxnSpPr/>
          <p:nvPr/>
        </p:nvCxnSpPr>
        <p:spPr>
          <a:xfrm>
            <a:off x="9753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031B9187-0518-4863-9FC3-E233055E780A}"/>
              </a:ext>
            </a:extLst>
          </p:cNvPr>
          <p:cNvCxnSpPr/>
          <p:nvPr/>
        </p:nvCxnSpPr>
        <p:spPr>
          <a:xfrm>
            <a:off x="10566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4AD24059-ADD2-433E-8D04-22B8387E31A0}"/>
              </a:ext>
            </a:extLst>
          </p:cNvPr>
          <p:cNvCxnSpPr/>
          <p:nvPr/>
        </p:nvCxnSpPr>
        <p:spPr>
          <a:xfrm>
            <a:off x="11379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C1C99BF3-3148-4595-BE21-C0522274C4FF}"/>
              </a:ext>
            </a:extLst>
          </p:cNvPr>
          <p:cNvCxnSpPr/>
          <p:nvPr/>
        </p:nvCxnSpPr>
        <p:spPr>
          <a:xfrm>
            <a:off x="12192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9B3FB587-30A8-46F5-BB92-37D810FC00E3}"/>
              </a:ext>
            </a:extLst>
          </p:cNvPr>
          <p:cNvCxnSpPr/>
          <p:nvPr/>
        </p:nvCxnSpPr>
        <p:spPr>
          <a:xfrm>
            <a:off x="13004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C7ACB672-703A-415B-8896-55879FD336C7}"/>
              </a:ext>
            </a:extLst>
          </p:cNvPr>
          <p:cNvCxnSpPr/>
          <p:nvPr/>
        </p:nvCxnSpPr>
        <p:spPr>
          <a:xfrm>
            <a:off x="13817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010AA311-1B8C-4A1F-957B-E8BE5B214D84}"/>
              </a:ext>
            </a:extLst>
          </p:cNvPr>
          <p:cNvCxnSpPr/>
          <p:nvPr/>
        </p:nvCxnSpPr>
        <p:spPr>
          <a:xfrm>
            <a:off x="14630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8E1C73ED-E536-419A-8333-4BB084176A0E}"/>
              </a:ext>
            </a:extLst>
          </p:cNvPr>
          <p:cNvCxnSpPr/>
          <p:nvPr/>
        </p:nvCxnSpPr>
        <p:spPr>
          <a:xfrm>
            <a:off x="15443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D54A4CF5-7495-4B0C-847B-E65C6A87317C}"/>
              </a:ext>
            </a:extLst>
          </p:cNvPr>
          <p:cNvCxnSpPr/>
          <p:nvPr/>
        </p:nvCxnSpPr>
        <p:spPr>
          <a:xfrm>
            <a:off x="0" y="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F82C17A3-BEC7-4EF3-A6D4-32E9D5A7E6C1}"/>
              </a:ext>
            </a:extLst>
          </p:cNvPr>
          <p:cNvCxnSpPr/>
          <p:nvPr/>
        </p:nvCxnSpPr>
        <p:spPr>
          <a:xfrm>
            <a:off x="0" y="812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501C5ECD-2E42-4071-8BE1-B0773F798092}"/>
              </a:ext>
            </a:extLst>
          </p:cNvPr>
          <p:cNvCxnSpPr/>
          <p:nvPr/>
        </p:nvCxnSpPr>
        <p:spPr>
          <a:xfrm>
            <a:off x="0" y="1625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305D5E0C-766A-4821-8D85-1BEAC36BA647}"/>
              </a:ext>
            </a:extLst>
          </p:cNvPr>
          <p:cNvCxnSpPr/>
          <p:nvPr/>
        </p:nvCxnSpPr>
        <p:spPr>
          <a:xfrm>
            <a:off x="0" y="2438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A449680E-9BC1-4307-8C8A-2C9D226B6B43}"/>
              </a:ext>
            </a:extLst>
          </p:cNvPr>
          <p:cNvCxnSpPr/>
          <p:nvPr/>
        </p:nvCxnSpPr>
        <p:spPr>
          <a:xfrm>
            <a:off x="0" y="3251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7C9BB548-3565-4AB4-8495-870C60C166E5}"/>
              </a:ext>
            </a:extLst>
          </p:cNvPr>
          <p:cNvCxnSpPr/>
          <p:nvPr/>
        </p:nvCxnSpPr>
        <p:spPr>
          <a:xfrm>
            <a:off x="0" y="4064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AAF0C066-B819-48EC-A111-EE91DA65419B}"/>
              </a:ext>
            </a:extLst>
          </p:cNvPr>
          <p:cNvCxnSpPr/>
          <p:nvPr/>
        </p:nvCxnSpPr>
        <p:spPr>
          <a:xfrm>
            <a:off x="0" y="4876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EA88D21D-2375-4705-9C9E-F78F993EACC6}"/>
              </a:ext>
            </a:extLst>
          </p:cNvPr>
          <p:cNvCxnSpPr/>
          <p:nvPr/>
        </p:nvCxnSpPr>
        <p:spPr>
          <a:xfrm>
            <a:off x="0" y="5689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08ABE6AE-6C88-4F79-B124-0FF8DDDE9FB5}"/>
              </a:ext>
            </a:extLst>
          </p:cNvPr>
          <p:cNvCxnSpPr/>
          <p:nvPr/>
        </p:nvCxnSpPr>
        <p:spPr>
          <a:xfrm>
            <a:off x="0" y="6502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CE109E2D-15D6-4E9F-B218-DEF6CB7AB072}"/>
              </a:ext>
            </a:extLst>
          </p:cNvPr>
          <p:cNvCxnSpPr/>
          <p:nvPr/>
        </p:nvCxnSpPr>
        <p:spPr>
          <a:xfrm>
            <a:off x="0" y="7315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D584AD5C-AA0B-4D49-892F-078179340531}"/>
              </a:ext>
            </a:extLst>
          </p:cNvPr>
          <p:cNvCxnSpPr/>
          <p:nvPr/>
        </p:nvCxnSpPr>
        <p:spPr>
          <a:xfrm>
            <a:off x="0" y="8128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A789EDDF-3957-4661-9B4F-F098A8FA9D04}"/>
              </a:ext>
            </a:extLst>
          </p:cNvPr>
          <p:cNvCxnSpPr/>
          <p:nvPr/>
        </p:nvCxnSpPr>
        <p:spPr>
          <a:xfrm>
            <a:off x="0" y="8940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ángulo 34">
            <a:extLst>
              <a:ext uri="{FF2B5EF4-FFF2-40B4-BE49-F238E27FC236}">
                <a16:creationId xmlns:a16="http://schemas.microsoft.com/office/drawing/2014/main" id="{8A7500B4-0F4D-43B2-9C24-B92F7F088502}"/>
              </a:ext>
            </a:extLst>
          </p:cNvPr>
          <p:cNvSpPr/>
          <p:nvPr/>
        </p:nvSpPr>
        <p:spPr>
          <a:xfrm>
            <a:off x="508000" y="482600"/>
            <a:ext cx="15240000" cy="1422400"/>
          </a:xfrm>
          <a:prstGeom prst="rect">
            <a:avLst/>
          </a:prstGeom>
          <a:solidFill>
            <a:srgbClr val="576B17"/>
          </a:solidFill>
          <a:ln w="12700" cap="flat" cmpd="sng" algn="ctr">
            <a:solidFill>
              <a:srgbClr val="576B17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DC13CB94-6938-4B5F-8ED3-F70C05B4C288}"/>
              </a:ext>
            </a:extLst>
          </p:cNvPr>
          <p:cNvSpPr txBox="1"/>
          <p:nvPr/>
        </p:nvSpPr>
        <p:spPr>
          <a:xfrm>
            <a:off x="990600" y="736600"/>
            <a:ext cx="10160000" cy="646331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3200" b="1">
                <a:solidFill>
                  <a:srgbClr val="FFFFFF"/>
                </a:solidFill>
                <a:latin typeface="Aptos Display"/>
              </a:rPr>
              <a:t>Flujo 2: historia interactiva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793FEA27-C5D1-414A-8648-55639903F290}"/>
              </a:ext>
            </a:extLst>
          </p:cNvPr>
          <p:cNvSpPr txBox="1"/>
          <p:nvPr/>
        </p:nvSpPr>
        <p:spPr>
          <a:xfrm>
            <a:off x="1016000" y="1320800"/>
            <a:ext cx="10414000" cy="40011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MX" sz="1600">
                <a:solidFill>
                  <a:srgbClr val="E4EED8"/>
                </a:solidFill>
                <a:latin typeface="Aptos Display"/>
              </a:rPr>
              <a:t>El viaje de Amaru convierte el aprendizaje en aventura.</a:t>
            </a:r>
            <a:endParaRPr lang="es-EC" sz="1600">
              <a:solidFill>
                <a:srgbClr val="E4EED8"/>
              </a:solidFill>
              <a:latin typeface="Aptos Display"/>
            </a:endParaRP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CF15F6F7-A284-4405-96EE-096A58159A91}"/>
              </a:ext>
            </a:extLst>
          </p:cNvPr>
          <p:cNvSpPr/>
          <p:nvPr/>
        </p:nvSpPr>
        <p:spPr>
          <a:xfrm>
            <a:off x="990600" y="2413000"/>
            <a:ext cx="13716000" cy="381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78F092AC-106E-4CE5-B343-71F164F1FFB8}"/>
              </a:ext>
            </a:extLst>
          </p:cNvPr>
          <p:cNvSpPr/>
          <p:nvPr/>
        </p:nvSpPr>
        <p:spPr>
          <a:xfrm>
            <a:off x="1397000" y="2921000"/>
            <a:ext cx="1968500" cy="1968500"/>
          </a:xfrm>
          <a:prstGeom prst="rect">
            <a:avLst/>
          </a:prstGeom>
          <a:solidFill>
            <a:srgbClr val="576B17"/>
          </a:solidFill>
          <a:ln w="12700" cap="flat" cmpd="sng" algn="ctr">
            <a:solidFill>
              <a:srgbClr val="576B17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65FE84EA-386E-4F1B-8B4E-4EFBC37838F0}"/>
              </a:ext>
            </a:extLst>
          </p:cNvPr>
          <p:cNvSpPr txBox="1"/>
          <p:nvPr/>
        </p:nvSpPr>
        <p:spPr>
          <a:xfrm>
            <a:off x="1905000" y="3238500"/>
            <a:ext cx="1016000" cy="1138773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EC" sz="6400" b="1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AFCC7878-049C-4E5E-AA86-FBE09F5F7079}"/>
              </a:ext>
            </a:extLst>
          </p:cNvPr>
          <p:cNvSpPr txBox="1"/>
          <p:nvPr/>
        </p:nvSpPr>
        <p:spPr>
          <a:xfrm>
            <a:off x="3873500" y="2984500"/>
            <a:ext cx="9652000" cy="1200329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MX" sz="3400" b="1">
                <a:solidFill>
                  <a:srgbClr val="1F2114"/>
                </a:solidFill>
                <a:latin typeface="Aptos Display"/>
              </a:rPr>
              <a:t>Amaru descubre una escuela donde todos los ninos pueden aprender a su manera.</a:t>
            </a:r>
            <a:endParaRPr lang="es-EC" sz="3400" b="1">
              <a:solidFill>
                <a:srgbClr val="1F2114"/>
              </a:solidFill>
              <a:latin typeface="Aptos Display"/>
            </a:endParaRP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2EECBD5E-7F26-4A71-9059-B5D9EC7AE528}"/>
              </a:ext>
            </a:extLst>
          </p:cNvPr>
          <p:cNvSpPr/>
          <p:nvPr/>
        </p:nvSpPr>
        <p:spPr>
          <a:xfrm>
            <a:off x="3873500" y="4699000"/>
            <a:ext cx="2032000" cy="584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b="1">
                <a:solidFill>
                  <a:srgbClr val="576B17"/>
                </a:solidFill>
                <a:latin typeface="Aptos"/>
              </a:rPr>
              <a:t>Montana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DD730FF9-5719-4BB1-8513-5C3787A50C7E}"/>
              </a:ext>
            </a:extLst>
          </p:cNvPr>
          <p:cNvSpPr/>
          <p:nvPr/>
        </p:nvSpPr>
        <p:spPr>
          <a:xfrm>
            <a:off x="6223000" y="4699000"/>
            <a:ext cx="2032000" cy="584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b="1">
                <a:solidFill>
                  <a:srgbClr val="576B17"/>
                </a:solidFill>
                <a:latin typeface="Aptos"/>
              </a:rPr>
              <a:t>Escuela</a:t>
            </a: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FE742352-BC5A-41E7-8C13-27A5522332F5}"/>
              </a:ext>
            </a:extLst>
          </p:cNvPr>
          <p:cNvSpPr/>
          <p:nvPr/>
        </p:nvSpPr>
        <p:spPr>
          <a:xfrm>
            <a:off x="8572500" y="4699000"/>
            <a:ext cx="2032000" cy="584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b="1">
                <a:solidFill>
                  <a:srgbClr val="576B17"/>
                </a:solidFill>
                <a:latin typeface="Aptos"/>
              </a:rPr>
              <a:t>Amistad</a:t>
            </a: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9747F92-4B73-47C7-A3F9-994BCEA89600}"/>
              </a:ext>
            </a:extLst>
          </p:cNvPr>
          <p:cNvSpPr txBox="1"/>
          <p:nvPr/>
        </p:nvSpPr>
        <p:spPr>
          <a:xfrm>
            <a:off x="1041400" y="6921500"/>
            <a:ext cx="10795000" cy="584775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2800">
                <a:solidFill>
                  <a:srgbClr val="6C6F5D"/>
                </a:solidFill>
                <a:latin typeface="Aptos Display"/>
              </a:rPr>
              <a:t>Texto + pictogramas + pregunta de comprension.</a:t>
            </a:r>
          </a:p>
        </p:txBody>
      </p:sp>
    </p:spTree>
    <p:extLst>
      <p:ext uri="{BB962C8B-B14F-4D97-AF65-F5344CB8AC3E}">
        <p14:creationId xmlns:p14="http://schemas.microsoft.com/office/powerpoint/2010/main" val="17843114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000"/>
    </mc:Choice>
    <mc:Fallback>
      <p:transition spd="slow" advTm="15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FC79B75-6610-4493-AC6A-9999C4D87AFC}"/>
              </a:ext>
            </a:extLst>
          </p:cNvPr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6F7EE"/>
          </a:solidFill>
          <a:ln w="12700" cap="flat" cmpd="sng" algn="ctr">
            <a:solidFill>
              <a:srgbClr val="F6F7EE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9EE9EA78-A0AF-4C7D-987E-6F306B18810E}"/>
              </a:ext>
            </a:extLst>
          </p:cNvPr>
          <p:cNvCxnSpPr/>
          <p:nvPr/>
        </p:nvCxnSpPr>
        <p:spPr>
          <a:xfrm>
            <a:off x="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CC09C63-E7F7-47D1-8F35-0CE308EA50FF}"/>
              </a:ext>
            </a:extLst>
          </p:cNvPr>
          <p:cNvCxnSpPr/>
          <p:nvPr/>
        </p:nvCxnSpPr>
        <p:spPr>
          <a:xfrm>
            <a:off x="812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5308AA6-7092-460B-AABA-1D47C4110E2D}"/>
              </a:ext>
            </a:extLst>
          </p:cNvPr>
          <p:cNvCxnSpPr/>
          <p:nvPr/>
        </p:nvCxnSpPr>
        <p:spPr>
          <a:xfrm>
            <a:off x="1625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A7EBDA3A-F3ED-40ED-8920-2415FC5CDDDE}"/>
              </a:ext>
            </a:extLst>
          </p:cNvPr>
          <p:cNvCxnSpPr/>
          <p:nvPr/>
        </p:nvCxnSpPr>
        <p:spPr>
          <a:xfrm>
            <a:off x="2438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5E097AA7-F18C-4D72-8F4F-0BEBFEDEC756}"/>
              </a:ext>
            </a:extLst>
          </p:cNvPr>
          <p:cNvCxnSpPr/>
          <p:nvPr/>
        </p:nvCxnSpPr>
        <p:spPr>
          <a:xfrm>
            <a:off x="3251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EE868A57-DD81-4BD7-B361-52B174E01F9E}"/>
              </a:ext>
            </a:extLst>
          </p:cNvPr>
          <p:cNvCxnSpPr/>
          <p:nvPr/>
        </p:nvCxnSpPr>
        <p:spPr>
          <a:xfrm>
            <a:off x="4064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F0A53B0-20FF-4552-BB10-498CD7B8C864}"/>
              </a:ext>
            </a:extLst>
          </p:cNvPr>
          <p:cNvCxnSpPr/>
          <p:nvPr/>
        </p:nvCxnSpPr>
        <p:spPr>
          <a:xfrm>
            <a:off x="4876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A359B7B7-7D3F-4D87-A54F-41DCB3B85358}"/>
              </a:ext>
            </a:extLst>
          </p:cNvPr>
          <p:cNvCxnSpPr/>
          <p:nvPr/>
        </p:nvCxnSpPr>
        <p:spPr>
          <a:xfrm>
            <a:off x="5689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39A1E18A-3CF9-4927-892A-7A6573CDD2A5}"/>
              </a:ext>
            </a:extLst>
          </p:cNvPr>
          <p:cNvCxnSpPr/>
          <p:nvPr/>
        </p:nvCxnSpPr>
        <p:spPr>
          <a:xfrm>
            <a:off x="6502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122C133B-5D9E-47AA-A507-A3608EAAEAF1}"/>
              </a:ext>
            </a:extLst>
          </p:cNvPr>
          <p:cNvCxnSpPr/>
          <p:nvPr/>
        </p:nvCxnSpPr>
        <p:spPr>
          <a:xfrm>
            <a:off x="7315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CE83FAAF-209C-40AA-BD94-E02B34D3181D}"/>
              </a:ext>
            </a:extLst>
          </p:cNvPr>
          <p:cNvCxnSpPr/>
          <p:nvPr/>
        </p:nvCxnSpPr>
        <p:spPr>
          <a:xfrm>
            <a:off x="8128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AFA5ABEA-A9E5-4820-9293-3C9C9B538954}"/>
              </a:ext>
            </a:extLst>
          </p:cNvPr>
          <p:cNvCxnSpPr/>
          <p:nvPr/>
        </p:nvCxnSpPr>
        <p:spPr>
          <a:xfrm>
            <a:off x="8940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5F636D32-8711-4BB1-9B85-BB2AF119ED0F}"/>
              </a:ext>
            </a:extLst>
          </p:cNvPr>
          <p:cNvCxnSpPr/>
          <p:nvPr/>
        </p:nvCxnSpPr>
        <p:spPr>
          <a:xfrm>
            <a:off x="9753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D8CC6717-F2D7-4E76-80B5-503BE55866A3}"/>
              </a:ext>
            </a:extLst>
          </p:cNvPr>
          <p:cNvCxnSpPr/>
          <p:nvPr/>
        </p:nvCxnSpPr>
        <p:spPr>
          <a:xfrm>
            <a:off x="10566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AA66E0F9-84F7-4BF6-83E5-CFF74237E1E3}"/>
              </a:ext>
            </a:extLst>
          </p:cNvPr>
          <p:cNvCxnSpPr/>
          <p:nvPr/>
        </p:nvCxnSpPr>
        <p:spPr>
          <a:xfrm>
            <a:off x="11379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17391952-FB24-4659-9C3F-772E0665F8DE}"/>
              </a:ext>
            </a:extLst>
          </p:cNvPr>
          <p:cNvCxnSpPr/>
          <p:nvPr/>
        </p:nvCxnSpPr>
        <p:spPr>
          <a:xfrm>
            <a:off x="12192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242082A4-17BD-497D-BC3D-4D2DB9DA7F3A}"/>
              </a:ext>
            </a:extLst>
          </p:cNvPr>
          <p:cNvCxnSpPr/>
          <p:nvPr/>
        </p:nvCxnSpPr>
        <p:spPr>
          <a:xfrm>
            <a:off x="13004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DDE99344-61FF-4263-84C9-6C5E07BE0241}"/>
              </a:ext>
            </a:extLst>
          </p:cNvPr>
          <p:cNvCxnSpPr/>
          <p:nvPr/>
        </p:nvCxnSpPr>
        <p:spPr>
          <a:xfrm>
            <a:off x="13817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9BAF1735-2F2B-442B-9B12-B058948711B7}"/>
              </a:ext>
            </a:extLst>
          </p:cNvPr>
          <p:cNvCxnSpPr/>
          <p:nvPr/>
        </p:nvCxnSpPr>
        <p:spPr>
          <a:xfrm>
            <a:off x="14630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AB78BAA9-F099-4002-BD4B-F4193FE4B8F4}"/>
              </a:ext>
            </a:extLst>
          </p:cNvPr>
          <p:cNvCxnSpPr/>
          <p:nvPr/>
        </p:nvCxnSpPr>
        <p:spPr>
          <a:xfrm>
            <a:off x="15443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6897CCD4-96B7-4B1E-9C0C-DE1B9CC04449}"/>
              </a:ext>
            </a:extLst>
          </p:cNvPr>
          <p:cNvCxnSpPr/>
          <p:nvPr/>
        </p:nvCxnSpPr>
        <p:spPr>
          <a:xfrm>
            <a:off x="0" y="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C36B2044-B727-425E-B916-42CF927F85F3}"/>
              </a:ext>
            </a:extLst>
          </p:cNvPr>
          <p:cNvCxnSpPr/>
          <p:nvPr/>
        </p:nvCxnSpPr>
        <p:spPr>
          <a:xfrm>
            <a:off x="0" y="812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414D0D8C-1178-4563-BD7A-5D491592B859}"/>
              </a:ext>
            </a:extLst>
          </p:cNvPr>
          <p:cNvCxnSpPr/>
          <p:nvPr/>
        </p:nvCxnSpPr>
        <p:spPr>
          <a:xfrm>
            <a:off x="0" y="1625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614E387B-36FB-414E-9D13-E785ED21F8AF}"/>
              </a:ext>
            </a:extLst>
          </p:cNvPr>
          <p:cNvCxnSpPr/>
          <p:nvPr/>
        </p:nvCxnSpPr>
        <p:spPr>
          <a:xfrm>
            <a:off x="0" y="2438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AE3F0EEC-D8E1-4C21-BCD6-6779E555DBA6}"/>
              </a:ext>
            </a:extLst>
          </p:cNvPr>
          <p:cNvCxnSpPr/>
          <p:nvPr/>
        </p:nvCxnSpPr>
        <p:spPr>
          <a:xfrm>
            <a:off x="0" y="3251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798778AA-26C8-4CC0-9349-FF9D561CF11B}"/>
              </a:ext>
            </a:extLst>
          </p:cNvPr>
          <p:cNvCxnSpPr/>
          <p:nvPr/>
        </p:nvCxnSpPr>
        <p:spPr>
          <a:xfrm>
            <a:off x="0" y="4064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89BF02E4-289A-40E0-B2B6-A947E714212D}"/>
              </a:ext>
            </a:extLst>
          </p:cNvPr>
          <p:cNvCxnSpPr/>
          <p:nvPr/>
        </p:nvCxnSpPr>
        <p:spPr>
          <a:xfrm>
            <a:off x="0" y="4876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26C2E1C2-B3C8-4AE2-AEF1-50CE3D2FD8F7}"/>
              </a:ext>
            </a:extLst>
          </p:cNvPr>
          <p:cNvCxnSpPr/>
          <p:nvPr/>
        </p:nvCxnSpPr>
        <p:spPr>
          <a:xfrm>
            <a:off x="0" y="5689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A7576F24-5566-4E24-9C9F-6C73692EFA59}"/>
              </a:ext>
            </a:extLst>
          </p:cNvPr>
          <p:cNvCxnSpPr/>
          <p:nvPr/>
        </p:nvCxnSpPr>
        <p:spPr>
          <a:xfrm>
            <a:off x="0" y="6502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4A278BC1-2837-4D03-9A73-A7B2ED25C472}"/>
              </a:ext>
            </a:extLst>
          </p:cNvPr>
          <p:cNvCxnSpPr/>
          <p:nvPr/>
        </p:nvCxnSpPr>
        <p:spPr>
          <a:xfrm>
            <a:off x="0" y="7315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624E1515-5C1B-4AE7-8F11-7BC572D46E14}"/>
              </a:ext>
            </a:extLst>
          </p:cNvPr>
          <p:cNvCxnSpPr/>
          <p:nvPr/>
        </p:nvCxnSpPr>
        <p:spPr>
          <a:xfrm>
            <a:off x="0" y="8128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A7B0D7A5-09B5-4346-9694-15DC21B70527}"/>
              </a:ext>
            </a:extLst>
          </p:cNvPr>
          <p:cNvCxnSpPr/>
          <p:nvPr/>
        </p:nvCxnSpPr>
        <p:spPr>
          <a:xfrm>
            <a:off x="0" y="8940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ángulo 34">
            <a:extLst>
              <a:ext uri="{FF2B5EF4-FFF2-40B4-BE49-F238E27FC236}">
                <a16:creationId xmlns:a16="http://schemas.microsoft.com/office/drawing/2014/main" id="{9F255439-32B0-4212-8F10-4F901B3DDA39}"/>
              </a:ext>
            </a:extLst>
          </p:cNvPr>
          <p:cNvSpPr/>
          <p:nvPr/>
        </p:nvSpPr>
        <p:spPr>
          <a:xfrm>
            <a:off x="508000" y="482600"/>
            <a:ext cx="15240000" cy="1422400"/>
          </a:xfrm>
          <a:prstGeom prst="rect">
            <a:avLst/>
          </a:prstGeom>
          <a:solidFill>
            <a:srgbClr val="383F12"/>
          </a:solidFill>
          <a:ln w="12700" cap="flat" cmpd="sng" algn="ctr">
            <a:solidFill>
              <a:srgbClr val="383F12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A0476591-B39A-4E6D-8259-A3253727FE51}"/>
              </a:ext>
            </a:extLst>
          </p:cNvPr>
          <p:cNvSpPr txBox="1"/>
          <p:nvPr/>
        </p:nvSpPr>
        <p:spPr>
          <a:xfrm>
            <a:off x="990600" y="736600"/>
            <a:ext cx="10160000" cy="646331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MX" sz="3200" b="1">
                <a:solidFill>
                  <a:srgbClr val="FFFFFF"/>
                </a:solidFill>
                <a:latin typeface="Aptos Display"/>
              </a:rPr>
              <a:t>Flujo 3: voz y recompensas</a:t>
            </a:r>
            <a:endParaRPr lang="es-EC" sz="3200" b="1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5F97C462-8AA6-4F00-8F00-7ED1335D8A25}"/>
              </a:ext>
            </a:extLst>
          </p:cNvPr>
          <p:cNvSpPr txBox="1"/>
          <p:nvPr/>
        </p:nvSpPr>
        <p:spPr>
          <a:xfrm>
            <a:off x="1016000" y="1320800"/>
            <a:ext cx="10414000" cy="40011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1600">
                <a:solidFill>
                  <a:srgbClr val="E4EED8"/>
                </a:solidFill>
                <a:latin typeface="Aptos Display"/>
              </a:rPr>
              <a:t>Autonomia para aprender y motivacion para continuar.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880A47CE-A4A7-4DA0-B58E-C9C59F622D7C}"/>
              </a:ext>
            </a:extLst>
          </p:cNvPr>
          <p:cNvSpPr/>
          <p:nvPr/>
        </p:nvSpPr>
        <p:spPr>
          <a:xfrm>
            <a:off x="1143000" y="2794000"/>
            <a:ext cx="3302000" cy="584200"/>
          </a:xfrm>
          <a:prstGeom prst="rect">
            <a:avLst/>
          </a:prstGeom>
          <a:solidFill>
            <a:srgbClr val="F2F8E8"/>
          </a:solidFill>
          <a:ln w="12700" cap="flat" cmpd="sng" algn="ctr">
            <a:solidFill>
              <a:srgbClr val="F2F8E8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b="1">
                <a:solidFill>
                  <a:srgbClr val="576B17"/>
                </a:solidFill>
                <a:latin typeface="Aptos"/>
              </a:rPr>
              <a:t>Escuchar historia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A3E5DBF7-C060-461D-8F47-88281B431C79}"/>
              </a:ext>
            </a:extLst>
          </p:cNvPr>
          <p:cNvSpPr/>
          <p:nvPr/>
        </p:nvSpPr>
        <p:spPr>
          <a:xfrm>
            <a:off x="4953000" y="2794000"/>
            <a:ext cx="3556000" cy="584200"/>
          </a:xfrm>
          <a:prstGeom prst="rect">
            <a:avLst/>
          </a:prstGeom>
          <a:solidFill>
            <a:srgbClr val="FFF1EA"/>
          </a:solidFill>
          <a:ln w="12700" cap="flat" cmpd="sng" algn="ctr">
            <a:solidFill>
              <a:srgbClr val="FFF1EA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b="1">
                <a:solidFill>
                  <a:srgbClr val="FF6742"/>
                </a:solidFill>
                <a:latin typeface="Aptos"/>
              </a:rPr>
              <a:t>Responder actividad</a:t>
            </a: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55EA3C83-BC36-460A-887D-D0F90A73FEBF}"/>
              </a:ext>
            </a:extLst>
          </p:cNvPr>
          <p:cNvSpPr/>
          <p:nvPr/>
        </p:nvSpPr>
        <p:spPr>
          <a:xfrm>
            <a:off x="9017000" y="2794000"/>
            <a:ext cx="3175000" cy="584200"/>
          </a:xfrm>
          <a:prstGeom prst="rect">
            <a:avLst/>
          </a:prstGeom>
          <a:solidFill>
            <a:srgbClr val="66D1FF"/>
          </a:solidFill>
          <a:ln w="12700" cap="flat" cmpd="sng" algn="ctr">
            <a:solidFill>
              <a:srgbClr val="66D1F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b="1">
                <a:solidFill>
                  <a:srgbClr val="00212C"/>
                </a:solidFill>
                <a:latin typeface="Aptos"/>
              </a:rPr>
              <a:t>Ganar estrella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C2F291F9-BFA9-4A6E-9701-973EC4A8E164}"/>
              </a:ext>
            </a:extLst>
          </p:cNvPr>
          <p:cNvSpPr txBox="1"/>
          <p:nvPr/>
        </p:nvSpPr>
        <p:spPr>
          <a:xfrm>
            <a:off x="1168400" y="4254500"/>
            <a:ext cx="12446000" cy="1200329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MX" sz="3400" b="1">
                <a:solidFill>
                  <a:srgbClr val="1F2114"/>
                </a:solidFill>
                <a:latin typeface="Aptos Display"/>
              </a:rPr>
              <a:t>El nino escucha, responde y recibe una recompensa. La familia ve avance, tiempo de uso y estrellas.</a:t>
            </a:r>
            <a:endParaRPr lang="es-EC" sz="3400" b="1">
              <a:solidFill>
                <a:srgbClr val="1F2114"/>
              </a:solidFill>
              <a:latin typeface="Aptos Display"/>
            </a:endParaRP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DE8F1C33-3C8E-4024-A33D-D396C9DA120F}"/>
              </a:ext>
            </a:extLst>
          </p:cNvPr>
          <p:cNvSpPr/>
          <p:nvPr/>
        </p:nvSpPr>
        <p:spPr>
          <a:xfrm>
            <a:off x="1168400" y="6413500"/>
            <a:ext cx="3810000" cy="1117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E735F76E-0623-4994-A2DC-02926B08F5EB}"/>
              </a:ext>
            </a:extLst>
          </p:cNvPr>
          <p:cNvSpPr txBox="1"/>
          <p:nvPr/>
        </p:nvSpPr>
        <p:spPr>
          <a:xfrm>
            <a:off x="1549400" y="6667500"/>
            <a:ext cx="2921000" cy="52322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EC" sz="2400" b="1">
                <a:solidFill>
                  <a:srgbClr val="576B17"/>
                </a:solidFill>
                <a:latin typeface="Aptos Display"/>
              </a:rPr>
              <a:t>Panel familiar</a:t>
            </a:r>
          </a:p>
        </p:txBody>
      </p:sp>
    </p:spTree>
    <p:extLst>
      <p:ext uri="{BB962C8B-B14F-4D97-AF65-F5344CB8AC3E}">
        <p14:creationId xmlns:p14="http://schemas.microsoft.com/office/powerpoint/2010/main" val="110347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000"/>
    </mc:Choice>
    <mc:Fallback>
      <p:transition spd="slow" advTm="15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6538864-6862-4C94-BD47-B93F80912755}"/>
              </a:ext>
            </a:extLst>
          </p:cNvPr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6F7EE"/>
          </a:solidFill>
          <a:ln w="12700" cap="flat" cmpd="sng" algn="ctr">
            <a:solidFill>
              <a:srgbClr val="F6F7EE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030A6652-C470-44DA-8523-6E8C552D4351}"/>
              </a:ext>
            </a:extLst>
          </p:cNvPr>
          <p:cNvCxnSpPr/>
          <p:nvPr/>
        </p:nvCxnSpPr>
        <p:spPr>
          <a:xfrm>
            <a:off x="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615F38F-7077-4605-963B-7DAFD7147DDB}"/>
              </a:ext>
            </a:extLst>
          </p:cNvPr>
          <p:cNvCxnSpPr/>
          <p:nvPr/>
        </p:nvCxnSpPr>
        <p:spPr>
          <a:xfrm>
            <a:off x="812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BEF0FD9F-550F-41A6-82C0-A593C217BE7E}"/>
              </a:ext>
            </a:extLst>
          </p:cNvPr>
          <p:cNvCxnSpPr/>
          <p:nvPr/>
        </p:nvCxnSpPr>
        <p:spPr>
          <a:xfrm>
            <a:off x="1625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217D0BE8-2038-433E-994A-54EA2B35AD44}"/>
              </a:ext>
            </a:extLst>
          </p:cNvPr>
          <p:cNvCxnSpPr/>
          <p:nvPr/>
        </p:nvCxnSpPr>
        <p:spPr>
          <a:xfrm>
            <a:off x="2438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B956569E-47BE-459F-B17F-39FF596E9967}"/>
              </a:ext>
            </a:extLst>
          </p:cNvPr>
          <p:cNvCxnSpPr/>
          <p:nvPr/>
        </p:nvCxnSpPr>
        <p:spPr>
          <a:xfrm>
            <a:off x="3251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EB55BBB4-2E45-410A-9CA4-584A80437962}"/>
              </a:ext>
            </a:extLst>
          </p:cNvPr>
          <p:cNvCxnSpPr/>
          <p:nvPr/>
        </p:nvCxnSpPr>
        <p:spPr>
          <a:xfrm>
            <a:off x="4064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334A6C8-7C3D-4396-AFC0-047E56DCB9D4}"/>
              </a:ext>
            </a:extLst>
          </p:cNvPr>
          <p:cNvCxnSpPr/>
          <p:nvPr/>
        </p:nvCxnSpPr>
        <p:spPr>
          <a:xfrm>
            <a:off x="4876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82BA9F42-D802-4EDA-858D-A8F31B14B0D9}"/>
              </a:ext>
            </a:extLst>
          </p:cNvPr>
          <p:cNvCxnSpPr/>
          <p:nvPr/>
        </p:nvCxnSpPr>
        <p:spPr>
          <a:xfrm>
            <a:off x="5689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9CED3C9-3E0B-408B-B3FD-373629D1989F}"/>
              </a:ext>
            </a:extLst>
          </p:cNvPr>
          <p:cNvCxnSpPr/>
          <p:nvPr/>
        </p:nvCxnSpPr>
        <p:spPr>
          <a:xfrm>
            <a:off x="6502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FEBEBB5E-48A7-46DE-AA39-C6667318C80F}"/>
              </a:ext>
            </a:extLst>
          </p:cNvPr>
          <p:cNvCxnSpPr/>
          <p:nvPr/>
        </p:nvCxnSpPr>
        <p:spPr>
          <a:xfrm>
            <a:off x="7315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27C8BF1B-D7CD-41B3-9D9D-BDF01E052ED3}"/>
              </a:ext>
            </a:extLst>
          </p:cNvPr>
          <p:cNvCxnSpPr/>
          <p:nvPr/>
        </p:nvCxnSpPr>
        <p:spPr>
          <a:xfrm>
            <a:off x="8128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EE664622-5831-45C0-BEA9-8404EC0E587B}"/>
              </a:ext>
            </a:extLst>
          </p:cNvPr>
          <p:cNvCxnSpPr/>
          <p:nvPr/>
        </p:nvCxnSpPr>
        <p:spPr>
          <a:xfrm>
            <a:off x="8940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5243189D-484E-48B0-90AD-310AD1BEE677}"/>
              </a:ext>
            </a:extLst>
          </p:cNvPr>
          <p:cNvCxnSpPr/>
          <p:nvPr/>
        </p:nvCxnSpPr>
        <p:spPr>
          <a:xfrm>
            <a:off x="9753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76466AD4-66BD-4B35-AE9C-727681DCDED1}"/>
              </a:ext>
            </a:extLst>
          </p:cNvPr>
          <p:cNvCxnSpPr/>
          <p:nvPr/>
        </p:nvCxnSpPr>
        <p:spPr>
          <a:xfrm>
            <a:off x="10566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8511B913-13D5-475F-881E-61A0A6D77562}"/>
              </a:ext>
            </a:extLst>
          </p:cNvPr>
          <p:cNvCxnSpPr/>
          <p:nvPr/>
        </p:nvCxnSpPr>
        <p:spPr>
          <a:xfrm>
            <a:off x="11379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431BD4FF-2C07-4437-8FF9-26A5FB70C3A4}"/>
              </a:ext>
            </a:extLst>
          </p:cNvPr>
          <p:cNvCxnSpPr/>
          <p:nvPr/>
        </p:nvCxnSpPr>
        <p:spPr>
          <a:xfrm>
            <a:off x="12192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BF102FBA-63E6-4845-828B-379D0A74C229}"/>
              </a:ext>
            </a:extLst>
          </p:cNvPr>
          <p:cNvCxnSpPr/>
          <p:nvPr/>
        </p:nvCxnSpPr>
        <p:spPr>
          <a:xfrm>
            <a:off x="13004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8B1BDD24-8697-4902-9BE0-8C59D99B5699}"/>
              </a:ext>
            </a:extLst>
          </p:cNvPr>
          <p:cNvCxnSpPr/>
          <p:nvPr/>
        </p:nvCxnSpPr>
        <p:spPr>
          <a:xfrm>
            <a:off x="13817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5D046D29-8961-4019-845E-57065A6F6564}"/>
              </a:ext>
            </a:extLst>
          </p:cNvPr>
          <p:cNvCxnSpPr/>
          <p:nvPr/>
        </p:nvCxnSpPr>
        <p:spPr>
          <a:xfrm>
            <a:off x="14630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995E221B-E8F7-45DC-AAC5-4AD48F276F70}"/>
              </a:ext>
            </a:extLst>
          </p:cNvPr>
          <p:cNvCxnSpPr/>
          <p:nvPr/>
        </p:nvCxnSpPr>
        <p:spPr>
          <a:xfrm>
            <a:off x="15443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A198D86B-FE09-4BA3-AFB1-772E5A603DB1}"/>
              </a:ext>
            </a:extLst>
          </p:cNvPr>
          <p:cNvCxnSpPr/>
          <p:nvPr/>
        </p:nvCxnSpPr>
        <p:spPr>
          <a:xfrm>
            <a:off x="0" y="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3EE4E6D0-6150-4D1E-8EE1-52CC895F9D8E}"/>
              </a:ext>
            </a:extLst>
          </p:cNvPr>
          <p:cNvCxnSpPr/>
          <p:nvPr/>
        </p:nvCxnSpPr>
        <p:spPr>
          <a:xfrm>
            <a:off x="0" y="812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55CBA886-A8BB-4B2C-B81B-408670D3DCD2}"/>
              </a:ext>
            </a:extLst>
          </p:cNvPr>
          <p:cNvCxnSpPr/>
          <p:nvPr/>
        </p:nvCxnSpPr>
        <p:spPr>
          <a:xfrm>
            <a:off x="0" y="1625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4829E6A-84FB-4813-B097-4EFFFE09E02F}"/>
              </a:ext>
            </a:extLst>
          </p:cNvPr>
          <p:cNvCxnSpPr/>
          <p:nvPr/>
        </p:nvCxnSpPr>
        <p:spPr>
          <a:xfrm>
            <a:off x="0" y="2438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91204EF5-60C0-4A02-829F-721BC5AD6CF0}"/>
              </a:ext>
            </a:extLst>
          </p:cNvPr>
          <p:cNvCxnSpPr/>
          <p:nvPr/>
        </p:nvCxnSpPr>
        <p:spPr>
          <a:xfrm>
            <a:off x="0" y="3251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00BA9FE6-3A19-4B65-8808-33BEBA68A8C3}"/>
              </a:ext>
            </a:extLst>
          </p:cNvPr>
          <p:cNvCxnSpPr/>
          <p:nvPr/>
        </p:nvCxnSpPr>
        <p:spPr>
          <a:xfrm>
            <a:off x="0" y="4064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4CFE346F-1490-48F5-9785-644658FDDCAE}"/>
              </a:ext>
            </a:extLst>
          </p:cNvPr>
          <p:cNvCxnSpPr/>
          <p:nvPr/>
        </p:nvCxnSpPr>
        <p:spPr>
          <a:xfrm>
            <a:off x="0" y="4876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C6D93911-3386-4826-B366-941FA36BB982}"/>
              </a:ext>
            </a:extLst>
          </p:cNvPr>
          <p:cNvCxnSpPr/>
          <p:nvPr/>
        </p:nvCxnSpPr>
        <p:spPr>
          <a:xfrm>
            <a:off x="0" y="5689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4C759281-9EB6-47E0-9F29-FBEEDF7D3771}"/>
              </a:ext>
            </a:extLst>
          </p:cNvPr>
          <p:cNvCxnSpPr/>
          <p:nvPr/>
        </p:nvCxnSpPr>
        <p:spPr>
          <a:xfrm>
            <a:off x="0" y="6502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5986B85A-77C7-481B-B7A7-43B7B3D8A5F5}"/>
              </a:ext>
            </a:extLst>
          </p:cNvPr>
          <p:cNvCxnSpPr/>
          <p:nvPr/>
        </p:nvCxnSpPr>
        <p:spPr>
          <a:xfrm>
            <a:off x="0" y="7315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507A706E-413A-4A5B-A8C2-E6C1B7070819}"/>
              </a:ext>
            </a:extLst>
          </p:cNvPr>
          <p:cNvCxnSpPr/>
          <p:nvPr/>
        </p:nvCxnSpPr>
        <p:spPr>
          <a:xfrm>
            <a:off x="0" y="8128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6A2F1B33-F264-4CD9-9168-BEF16357D7A3}"/>
              </a:ext>
            </a:extLst>
          </p:cNvPr>
          <p:cNvCxnSpPr/>
          <p:nvPr/>
        </p:nvCxnSpPr>
        <p:spPr>
          <a:xfrm>
            <a:off x="0" y="8940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ángulo 34">
            <a:extLst>
              <a:ext uri="{FF2B5EF4-FFF2-40B4-BE49-F238E27FC236}">
                <a16:creationId xmlns:a16="http://schemas.microsoft.com/office/drawing/2014/main" id="{34A8665E-5F0D-4534-80BA-0664FDEFF833}"/>
              </a:ext>
            </a:extLst>
          </p:cNvPr>
          <p:cNvSpPr/>
          <p:nvPr/>
        </p:nvSpPr>
        <p:spPr>
          <a:xfrm>
            <a:off x="508000" y="482600"/>
            <a:ext cx="15240000" cy="1422400"/>
          </a:xfrm>
          <a:prstGeom prst="rect">
            <a:avLst/>
          </a:prstGeom>
          <a:solidFill>
            <a:srgbClr val="F64E6B"/>
          </a:solidFill>
          <a:ln w="12700" cap="flat" cmpd="sng" algn="ctr">
            <a:solidFill>
              <a:srgbClr val="F64E6B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413DA10F-61AA-4FFA-947B-67C08888D467}"/>
              </a:ext>
            </a:extLst>
          </p:cNvPr>
          <p:cNvSpPr txBox="1"/>
          <p:nvPr/>
        </p:nvSpPr>
        <p:spPr>
          <a:xfrm>
            <a:off x="990600" y="736600"/>
            <a:ext cx="10160000" cy="646331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3200" b="1">
                <a:solidFill>
                  <a:srgbClr val="FFFFFF"/>
                </a:solidFill>
                <a:latin typeface="Aptos Display"/>
              </a:rPr>
              <a:t>Funcion IA / adaptacion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32EB623B-49C0-492E-984B-E414C34A1FE5}"/>
              </a:ext>
            </a:extLst>
          </p:cNvPr>
          <p:cNvSpPr txBox="1"/>
          <p:nvPr/>
        </p:nvSpPr>
        <p:spPr>
          <a:xfrm>
            <a:off x="1016000" y="1320800"/>
            <a:ext cx="10414000" cy="40011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1600">
                <a:solidFill>
                  <a:srgbClr val="E4EED8"/>
                </a:solidFill>
                <a:latin typeface="Aptos Display"/>
              </a:rPr>
              <a:t>Gemini AI transforma contenido segun el perfil.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F29B7C96-BA5A-4277-872A-3AD901DEDDF4}"/>
              </a:ext>
            </a:extLst>
          </p:cNvPr>
          <p:cNvSpPr/>
          <p:nvPr/>
        </p:nvSpPr>
        <p:spPr>
          <a:xfrm>
            <a:off x="1079500" y="2794000"/>
            <a:ext cx="3175000" cy="1397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257D7B7D-6867-4C93-9661-0D133730D3E2}"/>
              </a:ext>
            </a:extLst>
          </p:cNvPr>
          <p:cNvSpPr txBox="1"/>
          <p:nvPr/>
        </p:nvSpPr>
        <p:spPr>
          <a:xfrm>
            <a:off x="1397000" y="3238500"/>
            <a:ext cx="2413000" cy="584775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EC" sz="2800" b="1">
                <a:solidFill>
                  <a:srgbClr val="1F2114"/>
                </a:solidFill>
                <a:latin typeface="Aptos Display"/>
              </a:rPr>
              <a:t>Perfil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40F8111C-49EC-4AF3-8A7E-E93288D21602}"/>
              </a:ext>
            </a:extLst>
          </p:cNvPr>
          <p:cNvSpPr txBox="1"/>
          <p:nvPr/>
        </p:nvSpPr>
        <p:spPr>
          <a:xfrm>
            <a:off x="4572000" y="3175000"/>
            <a:ext cx="762000" cy="800219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EC" sz="4200" b="1">
                <a:solidFill>
                  <a:srgbClr val="F64E6B"/>
                </a:solidFill>
                <a:latin typeface="Aptos Display"/>
              </a:rPr>
              <a:t>&gt;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66007462-582F-4F8D-909D-DF28DFA8EB9E}"/>
              </a:ext>
            </a:extLst>
          </p:cNvPr>
          <p:cNvSpPr/>
          <p:nvPr/>
        </p:nvSpPr>
        <p:spPr>
          <a:xfrm>
            <a:off x="5588000" y="2794000"/>
            <a:ext cx="3175000" cy="1397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AC22C4E4-31D8-4C24-BE72-C41F9C50DC59}"/>
              </a:ext>
            </a:extLst>
          </p:cNvPr>
          <p:cNvSpPr txBox="1"/>
          <p:nvPr/>
        </p:nvSpPr>
        <p:spPr>
          <a:xfrm>
            <a:off x="5905500" y="3238500"/>
            <a:ext cx="2413000" cy="584775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EC" sz="2800" b="1">
                <a:solidFill>
                  <a:srgbClr val="1F2114"/>
                </a:solidFill>
                <a:latin typeface="Aptos Display"/>
              </a:rPr>
              <a:t>Gemini AI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084DDD64-5EDD-4C9A-839D-401BC974D174}"/>
              </a:ext>
            </a:extLst>
          </p:cNvPr>
          <p:cNvSpPr txBox="1"/>
          <p:nvPr/>
        </p:nvSpPr>
        <p:spPr>
          <a:xfrm>
            <a:off x="9080500" y="3175000"/>
            <a:ext cx="762000" cy="800219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EC" sz="4200" b="1">
                <a:solidFill>
                  <a:srgbClr val="F64E6B"/>
                </a:solidFill>
                <a:latin typeface="Aptos Display"/>
              </a:rPr>
              <a:t>&gt;</a:t>
            </a: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60D0777F-0C24-4898-92A5-FC26D1D0D331}"/>
              </a:ext>
            </a:extLst>
          </p:cNvPr>
          <p:cNvSpPr/>
          <p:nvPr/>
        </p:nvSpPr>
        <p:spPr>
          <a:xfrm>
            <a:off x="10096500" y="2794000"/>
            <a:ext cx="3810000" cy="1397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38D3C045-7C47-4661-AF78-B2CA53A833E6}"/>
              </a:ext>
            </a:extLst>
          </p:cNvPr>
          <p:cNvSpPr txBox="1"/>
          <p:nvPr/>
        </p:nvSpPr>
        <p:spPr>
          <a:xfrm>
            <a:off x="10541000" y="3238500"/>
            <a:ext cx="2921000" cy="584775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EC" sz="2800" b="1">
                <a:solidFill>
                  <a:srgbClr val="1F2114"/>
                </a:solidFill>
                <a:latin typeface="Aptos Display"/>
              </a:rPr>
              <a:t>Texto adaptado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1D3F58C8-1643-4454-894D-D2C83E2B1159}"/>
              </a:ext>
            </a:extLst>
          </p:cNvPr>
          <p:cNvSpPr txBox="1"/>
          <p:nvPr/>
        </p:nvSpPr>
        <p:spPr>
          <a:xfrm>
            <a:off x="1206500" y="5461000"/>
            <a:ext cx="12700000" cy="1107996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MX" sz="3100">
                <a:solidFill>
                  <a:srgbClr val="1F2114"/>
                </a:solidFill>
                <a:latin typeface="Aptos Display"/>
              </a:rPr>
              <a:t>La IA puede simplificar instrucciones, reforzar pictogramas y ajustar el lenguaje para que el aprendizaje sea mas accesible.</a:t>
            </a:r>
            <a:endParaRPr lang="es-EC" sz="3100">
              <a:solidFill>
                <a:srgbClr val="1F2114"/>
              </a:solidFill>
              <a:latin typeface="Aptos Display"/>
            </a:endParaRP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40FED16A-7B62-42EF-9E3C-057771F1F468}"/>
              </a:ext>
            </a:extLst>
          </p:cNvPr>
          <p:cNvSpPr txBox="1"/>
          <p:nvPr/>
        </p:nvSpPr>
        <p:spPr>
          <a:xfrm>
            <a:off x="1206500" y="7048500"/>
            <a:ext cx="11430000" cy="507831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2300">
                <a:solidFill>
                  <a:srgbClr val="6C6F5D"/>
                </a:solidFill>
                <a:latin typeface="Aptos Display"/>
              </a:rPr>
              <a:t>Lista para activarse con VITE_GEMINI_API_KEY.</a:t>
            </a:r>
          </a:p>
        </p:txBody>
      </p:sp>
    </p:spTree>
    <p:extLst>
      <p:ext uri="{BB962C8B-B14F-4D97-AF65-F5344CB8AC3E}">
        <p14:creationId xmlns:p14="http://schemas.microsoft.com/office/powerpoint/2010/main" val="30862488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000"/>
    </mc:Choice>
    <mc:Fallback>
      <p:transition spd="slow" advTm="15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B46ECC13-4555-4BF6-B461-E44326B24CE7}"/>
              </a:ext>
            </a:extLst>
          </p:cNvPr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6F7EE"/>
          </a:solidFill>
          <a:ln w="12700" cap="flat" cmpd="sng" algn="ctr">
            <a:solidFill>
              <a:srgbClr val="F6F7EE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D98C35C4-0B83-4691-B49F-B9A34ABAB09F}"/>
              </a:ext>
            </a:extLst>
          </p:cNvPr>
          <p:cNvCxnSpPr/>
          <p:nvPr/>
        </p:nvCxnSpPr>
        <p:spPr>
          <a:xfrm>
            <a:off x="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521B6645-539E-4AAE-9A10-3B1E98F856FE}"/>
              </a:ext>
            </a:extLst>
          </p:cNvPr>
          <p:cNvCxnSpPr/>
          <p:nvPr/>
        </p:nvCxnSpPr>
        <p:spPr>
          <a:xfrm>
            <a:off x="812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80503ED-F8DC-4110-B85A-A570A83B6220}"/>
              </a:ext>
            </a:extLst>
          </p:cNvPr>
          <p:cNvCxnSpPr/>
          <p:nvPr/>
        </p:nvCxnSpPr>
        <p:spPr>
          <a:xfrm>
            <a:off x="1625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4C11C264-EDFC-4261-AF87-F2076C7BD4F3}"/>
              </a:ext>
            </a:extLst>
          </p:cNvPr>
          <p:cNvCxnSpPr/>
          <p:nvPr/>
        </p:nvCxnSpPr>
        <p:spPr>
          <a:xfrm>
            <a:off x="2438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B0CE360A-CBF8-457C-8526-576933D1E5CA}"/>
              </a:ext>
            </a:extLst>
          </p:cNvPr>
          <p:cNvCxnSpPr/>
          <p:nvPr/>
        </p:nvCxnSpPr>
        <p:spPr>
          <a:xfrm>
            <a:off x="3251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82119EB-07F6-4D17-A904-E8DCB98DECAD}"/>
              </a:ext>
            </a:extLst>
          </p:cNvPr>
          <p:cNvCxnSpPr/>
          <p:nvPr/>
        </p:nvCxnSpPr>
        <p:spPr>
          <a:xfrm>
            <a:off x="4064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10B3DFF-F866-4487-A13C-6C113D6D3656}"/>
              </a:ext>
            </a:extLst>
          </p:cNvPr>
          <p:cNvCxnSpPr/>
          <p:nvPr/>
        </p:nvCxnSpPr>
        <p:spPr>
          <a:xfrm>
            <a:off x="4876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FEE213B0-E74B-4F64-BC9A-4FE8029C9E0F}"/>
              </a:ext>
            </a:extLst>
          </p:cNvPr>
          <p:cNvCxnSpPr/>
          <p:nvPr/>
        </p:nvCxnSpPr>
        <p:spPr>
          <a:xfrm>
            <a:off x="5689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2373ECD-37B0-443A-A874-0A166CDF3834}"/>
              </a:ext>
            </a:extLst>
          </p:cNvPr>
          <p:cNvCxnSpPr/>
          <p:nvPr/>
        </p:nvCxnSpPr>
        <p:spPr>
          <a:xfrm>
            <a:off x="6502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D2CF50AB-C480-4E33-AEF9-B93F2F76CDBC}"/>
              </a:ext>
            </a:extLst>
          </p:cNvPr>
          <p:cNvCxnSpPr/>
          <p:nvPr/>
        </p:nvCxnSpPr>
        <p:spPr>
          <a:xfrm>
            <a:off x="7315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0923C63E-9D72-42C2-A1CA-94094C9645E5}"/>
              </a:ext>
            </a:extLst>
          </p:cNvPr>
          <p:cNvCxnSpPr/>
          <p:nvPr/>
        </p:nvCxnSpPr>
        <p:spPr>
          <a:xfrm>
            <a:off x="8128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42ADC9CE-2D6E-439F-BC04-0D813EFF0562}"/>
              </a:ext>
            </a:extLst>
          </p:cNvPr>
          <p:cNvCxnSpPr/>
          <p:nvPr/>
        </p:nvCxnSpPr>
        <p:spPr>
          <a:xfrm>
            <a:off x="8940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5CFF282C-CFA6-4D88-8385-13AF2D3C18A5}"/>
              </a:ext>
            </a:extLst>
          </p:cNvPr>
          <p:cNvCxnSpPr/>
          <p:nvPr/>
        </p:nvCxnSpPr>
        <p:spPr>
          <a:xfrm>
            <a:off x="9753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9E9089F4-C6F9-4958-9546-CBE34E4624F5}"/>
              </a:ext>
            </a:extLst>
          </p:cNvPr>
          <p:cNvCxnSpPr/>
          <p:nvPr/>
        </p:nvCxnSpPr>
        <p:spPr>
          <a:xfrm>
            <a:off x="10566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22005B4D-12D1-4D5C-8201-1DCE659B7588}"/>
              </a:ext>
            </a:extLst>
          </p:cNvPr>
          <p:cNvCxnSpPr/>
          <p:nvPr/>
        </p:nvCxnSpPr>
        <p:spPr>
          <a:xfrm>
            <a:off x="11379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920C9AA4-FCCF-4059-9ED2-078C79515562}"/>
              </a:ext>
            </a:extLst>
          </p:cNvPr>
          <p:cNvCxnSpPr/>
          <p:nvPr/>
        </p:nvCxnSpPr>
        <p:spPr>
          <a:xfrm>
            <a:off x="12192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96B6D331-4A84-4B13-AAEF-8ECEA26FB9DC}"/>
              </a:ext>
            </a:extLst>
          </p:cNvPr>
          <p:cNvCxnSpPr/>
          <p:nvPr/>
        </p:nvCxnSpPr>
        <p:spPr>
          <a:xfrm>
            <a:off x="13004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CB4FCD15-00A8-4F25-A226-B2DD3495DB3C}"/>
              </a:ext>
            </a:extLst>
          </p:cNvPr>
          <p:cNvCxnSpPr/>
          <p:nvPr/>
        </p:nvCxnSpPr>
        <p:spPr>
          <a:xfrm>
            <a:off x="13817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FAC9DE4B-A4BA-4D84-A2BC-07F96A257B59}"/>
              </a:ext>
            </a:extLst>
          </p:cNvPr>
          <p:cNvCxnSpPr/>
          <p:nvPr/>
        </p:nvCxnSpPr>
        <p:spPr>
          <a:xfrm>
            <a:off x="14630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BA96DCAC-1DA6-4FB5-8C42-8E1444A7FDD5}"/>
              </a:ext>
            </a:extLst>
          </p:cNvPr>
          <p:cNvCxnSpPr/>
          <p:nvPr/>
        </p:nvCxnSpPr>
        <p:spPr>
          <a:xfrm>
            <a:off x="15443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80EBE828-0B0A-454C-A4EF-67848E2A379F}"/>
              </a:ext>
            </a:extLst>
          </p:cNvPr>
          <p:cNvCxnSpPr/>
          <p:nvPr/>
        </p:nvCxnSpPr>
        <p:spPr>
          <a:xfrm>
            <a:off x="0" y="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D0DB32E4-9EA0-4C06-B47B-7FB686EA0174}"/>
              </a:ext>
            </a:extLst>
          </p:cNvPr>
          <p:cNvCxnSpPr/>
          <p:nvPr/>
        </p:nvCxnSpPr>
        <p:spPr>
          <a:xfrm>
            <a:off x="0" y="812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3ADB4487-3E84-4BAF-BE22-0B16C89FEFFA}"/>
              </a:ext>
            </a:extLst>
          </p:cNvPr>
          <p:cNvCxnSpPr/>
          <p:nvPr/>
        </p:nvCxnSpPr>
        <p:spPr>
          <a:xfrm>
            <a:off x="0" y="1625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6B68AD02-6475-4D35-A4CB-0B710014C771}"/>
              </a:ext>
            </a:extLst>
          </p:cNvPr>
          <p:cNvCxnSpPr/>
          <p:nvPr/>
        </p:nvCxnSpPr>
        <p:spPr>
          <a:xfrm>
            <a:off x="0" y="2438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371B771F-BD64-48D8-8F83-D565166D07A6}"/>
              </a:ext>
            </a:extLst>
          </p:cNvPr>
          <p:cNvCxnSpPr/>
          <p:nvPr/>
        </p:nvCxnSpPr>
        <p:spPr>
          <a:xfrm>
            <a:off x="0" y="3251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7B2DC887-EB31-4972-B25B-A0A33CB9A8F9}"/>
              </a:ext>
            </a:extLst>
          </p:cNvPr>
          <p:cNvCxnSpPr/>
          <p:nvPr/>
        </p:nvCxnSpPr>
        <p:spPr>
          <a:xfrm>
            <a:off x="0" y="4064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6473E6A5-3A29-43C1-852B-83FD5CF39CA2}"/>
              </a:ext>
            </a:extLst>
          </p:cNvPr>
          <p:cNvCxnSpPr/>
          <p:nvPr/>
        </p:nvCxnSpPr>
        <p:spPr>
          <a:xfrm>
            <a:off x="0" y="4876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F2752D76-E870-4ECD-8727-AB35A43A1A66}"/>
              </a:ext>
            </a:extLst>
          </p:cNvPr>
          <p:cNvCxnSpPr/>
          <p:nvPr/>
        </p:nvCxnSpPr>
        <p:spPr>
          <a:xfrm>
            <a:off x="0" y="5689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B3FEFFBA-8826-475A-B3ED-28332004C43D}"/>
              </a:ext>
            </a:extLst>
          </p:cNvPr>
          <p:cNvCxnSpPr/>
          <p:nvPr/>
        </p:nvCxnSpPr>
        <p:spPr>
          <a:xfrm>
            <a:off x="0" y="6502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C06FB97F-B2EB-48E4-8FE6-E543779D5654}"/>
              </a:ext>
            </a:extLst>
          </p:cNvPr>
          <p:cNvCxnSpPr/>
          <p:nvPr/>
        </p:nvCxnSpPr>
        <p:spPr>
          <a:xfrm>
            <a:off x="0" y="7315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521B6F2E-9F85-42F0-9676-38B3A1ACC9D5}"/>
              </a:ext>
            </a:extLst>
          </p:cNvPr>
          <p:cNvCxnSpPr/>
          <p:nvPr/>
        </p:nvCxnSpPr>
        <p:spPr>
          <a:xfrm>
            <a:off x="0" y="8128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9F69092B-4446-4625-8A26-C0FFFD9BBDFC}"/>
              </a:ext>
            </a:extLst>
          </p:cNvPr>
          <p:cNvCxnSpPr/>
          <p:nvPr/>
        </p:nvCxnSpPr>
        <p:spPr>
          <a:xfrm>
            <a:off x="0" y="8940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ángulo 34">
            <a:extLst>
              <a:ext uri="{FF2B5EF4-FFF2-40B4-BE49-F238E27FC236}">
                <a16:creationId xmlns:a16="http://schemas.microsoft.com/office/drawing/2014/main" id="{C59465F9-2ACA-4A86-BC7E-5F1598BDC2B9}"/>
              </a:ext>
            </a:extLst>
          </p:cNvPr>
          <p:cNvSpPr/>
          <p:nvPr/>
        </p:nvSpPr>
        <p:spPr>
          <a:xfrm>
            <a:off x="508000" y="482600"/>
            <a:ext cx="15240000" cy="1422400"/>
          </a:xfrm>
          <a:prstGeom prst="rect">
            <a:avLst/>
          </a:prstGeom>
          <a:solidFill>
            <a:srgbClr val="576B17"/>
          </a:solidFill>
          <a:ln w="12700" cap="flat" cmpd="sng" algn="ctr">
            <a:solidFill>
              <a:srgbClr val="576B17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497BBD3B-24F8-43C5-871B-FB1CEBCD62FC}"/>
              </a:ext>
            </a:extLst>
          </p:cNvPr>
          <p:cNvSpPr txBox="1"/>
          <p:nvPr/>
        </p:nvSpPr>
        <p:spPr>
          <a:xfrm>
            <a:off x="990600" y="736600"/>
            <a:ext cx="10160000" cy="646331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3200" b="1">
                <a:solidFill>
                  <a:srgbClr val="FFFFFF"/>
                </a:solidFill>
                <a:latin typeface="Aptos Display"/>
              </a:rPr>
              <a:t>Impacto ODS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73D9FD13-4AC0-4850-A60D-03ED55F16E97}"/>
              </a:ext>
            </a:extLst>
          </p:cNvPr>
          <p:cNvSpPr txBox="1"/>
          <p:nvPr/>
        </p:nvSpPr>
        <p:spPr>
          <a:xfrm>
            <a:off x="1016000" y="1320800"/>
            <a:ext cx="10414000" cy="40011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MX" sz="1600">
                <a:solidFill>
                  <a:srgbClr val="E4EED8"/>
                </a:solidFill>
                <a:latin typeface="Aptos Display"/>
              </a:rPr>
              <a:t>Inclusion educativa con medicion clara.</a:t>
            </a:r>
            <a:endParaRPr lang="es-EC" sz="1600">
              <a:solidFill>
                <a:srgbClr val="E4EED8"/>
              </a:solidFill>
              <a:latin typeface="Aptos Display"/>
            </a:endParaRP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4C20EA18-FA80-4742-A006-789E84E1A76E}"/>
              </a:ext>
            </a:extLst>
          </p:cNvPr>
          <p:cNvSpPr/>
          <p:nvPr/>
        </p:nvSpPr>
        <p:spPr>
          <a:xfrm>
            <a:off x="1143000" y="2667000"/>
            <a:ext cx="4064000" cy="3302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2DD2B190-C934-4158-B87F-02E2A379EAB2}"/>
              </a:ext>
            </a:extLst>
          </p:cNvPr>
          <p:cNvSpPr txBox="1"/>
          <p:nvPr/>
        </p:nvSpPr>
        <p:spPr>
          <a:xfrm>
            <a:off x="1676400" y="3175000"/>
            <a:ext cx="2921000" cy="800219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EC" sz="4200" b="1">
                <a:solidFill>
                  <a:srgbClr val="576B17"/>
                </a:solidFill>
                <a:latin typeface="Aptos Display"/>
              </a:rPr>
              <a:t>ODS 4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5621618A-E6D0-482C-A1CD-3AEEFA2453F4}"/>
              </a:ext>
            </a:extLst>
          </p:cNvPr>
          <p:cNvSpPr txBox="1"/>
          <p:nvPr/>
        </p:nvSpPr>
        <p:spPr>
          <a:xfrm>
            <a:off x="1574800" y="4064000"/>
            <a:ext cx="3175000" cy="1631216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MX" sz="2400">
                <a:solidFill>
                  <a:srgbClr val="1F2114"/>
                </a:solidFill>
                <a:latin typeface="Aptos Display"/>
              </a:rPr>
              <a:t>Educacion de calidad para ninos con necesidades especificas.</a:t>
            </a:r>
            <a:endParaRPr lang="es-EC" sz="2400">
              <a:solidFill>
                <a:srgbClr val="1F2114"/>
              </a:solidFill>
              <a:latin typeface="Aptos Display"/>
            </a:endParaRP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C0830FC5-4581-4CC9-ABD1-98787A43BCE5}"/>
              </a:ext>
            </a:extLst>
          </p:cNvPr>
          <p:cNvSpPr/>
          <p:nvPr/>
        </p:nvSpPr>
        <p:spPr>
          <a:xfrm>
            <a:off x="5969000" y="2667000"/>
            <a:ext cx="4064000" cy="3302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E44077C5-0FF2-4590-A0EE-9F7342BCBE33}"/>
              </a:ext>
            </a:extLst>
          </p:cNvPr>
          <p:cNvSpPr txBox="1"/>
          <p:nvPr/>
        </p:nvSpPr>
        <p:spPr>
          <a:xfrm>
            <a:off x="6413500" y="3175000"/>
            <a:ext cx="3175000" cy="800219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EC" sz="4200" b="1">
                <a:solidFill>
                  <a:srgbClr val="FF6742"/>
                </a:solidFill>
                <a:latin typeface="Aptos Display"/>
              </a:rPr>
              <a:t>ODS 10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FFE66AA2-F972-4622-9222-B1B03A5D0EFF}"/>
              </a:ext>
            </a:extLst>
          </p:cNvPr>
          <p:cNvSpPr txBox="1"/>
          <p:nvPr/>
        </p:nvSpPr>
        <p:spPr>
          <a:xfrm>
            <a:off x="6413500" y="4064000"/>
            <a:ext cx="2921000" cy="1631216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MX" sz="2400">
                <a:solidFill>
                  <a:srgbClr val="1F2114"/>
                </a:solidFill>
                <a:latin typeface="Aptos Display"/>
              </a:rPr>
              <a:t>Reducir desigualdades con tecnologia accesible en espanol.</a:t>
            </a:r>
            <a:endParaRPr lang="es-EC" sz="2400">
              <a:solidFill>
                <a:srgbClr val="1F2114"/>
              </a:solidFill>
              <a:latin typeface="Aptos Display"/>
            </a:endParaRP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63E0A456-CC81-4FAD-BAB3-7ED6EEBA5F39}"/>
              </a:ext>
            </a:extLst>
          </p:cNvPr>
          <p:cNvSpPr/>
          <p:nvPr/>
        </p:nvSpPr>
        <p:spPr>
          <a:xfrm>
            <a:off x="10795000" y="2667000"/>
            <a:ext cx="4064000" cy="3302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FE4CF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6AFE2364-D28D-411F-8B75-7125C7406BBE}"/>
              </a:ext>
            </a:extLst>
          </p:cNvPr>
          <p:cNvSpPr txBox="1"/>
          <p:nvPr/>
        </p:nvSpPr>
        <p:spPr>
          <a:xfrm>
            <a:off x="11328400" y="3175000"/>
            <a:ext cx="2921000" cy="738664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EC" sz="3800" b="1">
                <a:solidFill>
                  <a:srgbClr val="6B6BFF"/>
                </a:solidFill>
                <a:latin typeface="Aptos Display"/>
              </a:rPr>
              <a:t>Metricas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259C057D-D349-4D30-BAF2-E98103F9F3BE}"/>
              </a:ext>
            </a:extLst>
          </p:cNvPr>
          <p:cNvSpPr txBox="1"/>
          <p:nvPr/>
        </p:nvSpPr>
        <p:spPr>
          <a:xfrm>
            <a:off x="11366500" y="4064000"/>
            <a:ext cx="2921000" cy="156966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MX" sz="2300">
                <a:solidFill>
                  <a:srgbClr val="1F2114"/>
                </a:solidFill>
                <a:latin typeface="Aptos Display"/>
              </a:rPr>
              <a:t>Usuarios, historias completadas, tiempo de uso y satisfaccion familiar.</a:t>
            </a:r>
            <a:endParaRPr lang="es-EC" sz="2300">
              <a:solidFill>
                <a:srgbClr val="1F2114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9024455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000"/>
    </mc:Choice>
    <mc:Fallback>
      <p:transition spd="slow" advTm="1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43C427A5-88B3-49BD-BECE-54EB6A8B3D4C}"/>
              </a:ext>
            </a:extLst>
          </p:cNvPr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6F7EE"/>
          </a:solidFill>
          <a:ln w="12700" cap="flat" cmpd="sng" algn="ctr">
            <a:solidFill>
              <a:srgbClr val="F6F7EE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51653B2E-0176-4A18-A3CA-B5C3E2FEBEBB}"/>
              </a:ext>
            </a:extLst>
          </p:cNvPr>
          <p:cNvCxnSpPr/>
          <p:nvPr/>
        </p:nvCxnSpPr>
        <p:spPr>
          <a:xfrm>
            <a:off x="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C33432C-C6DD-4D60-BB20-870BDAAF2927}"/>
              </a:ext>
            </a:extLst>
          </p:cNvPr>
          <p:cNvCxnSpPr/>
          <p:nvPr/>
        </p:nvCxnSpPr>
        <p:spPr>
          <a:xfrm>
            <a:off x="812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B335026-C151-46D6-ADF8-DA3DA645E56A}"/>
              </a:ext>
            </a:extLst>
          </p:cNvPr>
          <p:cNvCxnSpPr/>
          <p:nvPr/>
        </p:nvCxnSpPr>
        <p:spPr>
          <a:xfrm>
            <a:off x="1625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2C4C9303-8ACC-4A3C-921F-8FBAE74FC98D}"/>
              </a:ext>
            </a:extLst>
          </p:cNvPr>
          <p:cNvCxnSpPr/>
          <p:nvPr/>
        </p:nvCxnSpPr>
        <p:spPr>
          <a:xfrm>
            <a:off x="2438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648D451-E211-46D0-9D2A-47384E884F91}"/>
              </a:ext>
            </a:extLst>
          </p:cNvPr>
          <p:cNvCxnSpPr/>
          <p:nvPr/>
        </p:nvCxnSpPr>
        <p:spPr>
          <a:xfrm>
            <a:off x="3251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46F47AD-B30A-44EE-A1C7-18D281807C58}"/>
              </a:ext>
            </a:extLst>
          </p:cNvPr>
          <p:cNvCxnSpPr/>
          <p:nvPr/>
        </p:nvCxnSpPr>
        <p:spPr>
          <a:xfrm>
            <a:off x="4064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067428C-4D89-4885-9AB3-02C9F93A9B62}"/>
              </a:ext>
            </a:extLst>
          </p:cNvPr>
          <p:cNvCxnSpPr/>
          <p:nvPr/>
        </p:nvCxnSpPr>
        <p:spPr>
          <a:xfrm>
            <a:off x="4876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2B2A4A58-197E-4F3D-94CA-9FEE19F4D8C0}"/>
              </a:ext>
            </a:extLst>
          </p:cNvPr>
          <p:cNvCxnSpPr/>
          <p:nvPr/>
        </p:nvCxnSpPr>
        <p:spPr>
          <a:xfrm>
            <a:off x="5689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A871877-B9CE-4F85-A440-F8AB6A341407}"/>
              </a:ext>
            </a:extLst>
          </p:cNvPr>
          <p:cNvCxnSpPr/>
          <p:nvPr/>
        </p:nvCxnSpPr>
        <p:spPr>
          <a:xfrm>
            <a:off x="6502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62E81544-1904-49EE-8EF0-1C2BE39195D5}"/>
              </a:ext>
            </a:extLst>
          </p:cNvPr>
          <p:cNvCxnSpPr/>
          <p:nvPr/>
        </p:nvCxnSpPr>
        <p:spPr>
          <a:xfrm>
            <a:off x="7315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87B8E0D9-DE6F-43A9-823B-8855545D531A}"/>
              </a:ext>
            </a:extLst>
          </p:cNvPr>
          <p:cNvCxnSpPr/>
          <p:nvPr/>
        </p:nvCxnSpPr>
        <p:spPr>
          <a:xfrm>
            <a:off x="8128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68BA1269-A05C-428D-A5D1-7522A184CE74}"/>
              </a:ext>
            </a:extLst>
          </p:cNvPr>
          <p:cNvCxnSpPr/>
          <p:nvPr/>
        </p:nvCxnSpPr>
        <p:spPr>
          <a:xfrm>
            <a:off x="8940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6E6C8DF8-7EF8-4C40-A838-47620053AAE8}"/>
              </a:ext>
            </a:extLst>
          </p:cNvPr>
          <p:cNvCxnSpPr/>
          <p:nvPr/>
        </p:nvCxnSpPr>
        <p:spPr>
          <a:xfrm>
            <a:off x="9753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62F91690-F516-4936-8781-F3EE46A7D751}"/>
              </a:ext>
            </a:extLst>
          </p:cNvPr>
          <p:cNvCxnSpPr/>
          <p:nvPr/>
        </p:nvCxnSpPr>
        <p:spPr>
          <a:xfrm>
            <a:off x="10566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CFC919B2-4D58-4993-89D5-B5ADB4E7135C}"/>
              </a:ext>
            </a:extLst>
          </p:cNvPr>
          <p:cNvCxnSpPr/>
          <p:nvPr/>
        </p:nvCxnSpPr>
        <p:spPr>
          <a:xfrm>
            <a:off x="11379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681F2FE7-1AC2-4C31-9207-2A8CF1A79F34}"/>
              </a:ext>
            </a:extLst>
          </p:cNvPr>
          <p:cNvCxnSpPr/>
          <p:nvPr/>
        </p:nvCxnSpPr>
        <p:spPr>
          <a:xfrm>
            <a:off x="121920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7153F2C5-20D2-4556-AEE3-DF13BEFFE522}"/>
              </a:ext>
            </a:extLst>
          </p:cNvPr>
          <p:cNvCxnSpPr/>
          <p:nvPr/>
        </p:nvCxnSpPr>
        <p:spPr>
          <a:xfrm>
            <a:off x="130048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09FF7D02-0787-4995-AE55-BC7C90ED22D5}"/>
              </a:ext>
            </a:extLst>
          </p:cNvPr>
          <p:cNvCxnSpPr/>
          <p:nvPr/>
        </p:nvCxnSpPr>
        <p:spPr>
          <a:xfrm>
            <a:off x="138176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1A2B9999-F4EF-47B3-8561-C15FBF6B188D}"/>
              </a:ext>
            </a:extLst>
          </p:cNvPr>
          <p:cNvCxnSpPr/>
          <p:nvPr/>
        </p:nvCxnSpPr>
        <p:spPr>
          <a:xfrm>
            <a:off x="146304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C49C8E08-55ED-4A12-BD9D-0271E0A9B064}"/>
              </a:ext>
            </a:extLst>
          </p:cNvPr>
          <p:cNvCxnSpPr/>
          <p:nvPr/>
        </p:nvCxnSpPr>
        <p:spPr>
          <a:xfrm>
            <a:off x="15443200" y="0"/>
            <a:ext cx="0" cy="9144000"/>
          </a:xfrm>
          <a:prstGeom prst="line">
            <a:avLst/>
          </a:prstGeom>
          <a:ln>
            <a:solidFill>
              <a:srgbClr val="EAED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83A4D58F-C4D8-4E26-A0C2-266D8F924253}"/>
              </a:ext>
            </a:extLst>
          </p:cNvPr>
          <p:cNvCxnSpPr/>
          <p:nvPr/>
        </p:nvCxnSpPr>
        <p:spPr>
          <a:xfrm>
            <a:off x="0" y="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FF52E2B7-7ABB-4672-8B67-80D47B5AAED3}"/>
              </a:ext>
            </a:extLst>
          </p:cNvPr>
          <p:cNvCxnSpPr/>
          <p:nvPr/>
        </p:nvCxnSpPr>
        <p:spPr>
          <a:xfrm>
            <a:off x="0" y="812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6D580E6F-B44A-4C91-9B6A-820C58896B84}"/>
              </a:ext>
            </a:extLst>
          </p:cNvPr>
          <p:cNvCxnSpPr/>
          <p:nvPr/>
        </p:nvCxnSpPr>
        <p:spPr>
          <a:xfrm>
            <a:off x="0" y="1625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D854DB06-9647-4D97-AEDC-C05C142D204F}"/>
              </a:ext>
            </a:extLst>
          </p:cNvPr>
          <p:cNvCxnSpPr/>
          <p:nvPr/>
        </p:nvCxnSpPr>
        <p:spPr>
          <a:xfrm>
            <a:off x="0" y="2438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4B5E1688-C460-4735-AFA4-D113A7FD9861}"/>
              </a:ext>
            </a:extLst>
          </p:cNvPr>
          <p:cNvCxnSpPr/>
          <p:nvPr/>
        </p:nvCxnSpPr>
        <p:spPr>
          <a:xfrm>
            <a:off x="0" y="3251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ED9528AE-26D6-46DE-B8ED-28886DB69EB1}"/>
              </a:ext>
            </a:extLst>
          </p:cNvPr>
          <p:cNvCxnSpPr/>
          <p:nvPr/>
        </p:nvCxnSpPr>
        <p:spPr>
          <a:xfrm>
            <a:off x="0" y="4064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67E5D35B-FAE3-478B-B5D1-ECAF0DB2CAAB}"/>
              </a:ext>
            </a:extLst>
          </p:cNvPr>
          <p:cNvCxnSpPr/>
          <p:nvPr/>
        </p:nvCxnSpPr>
        <p:spPr>
          <a:xfrm>
            <a:off x="0" y="4876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E2A01B1B-D52D-4228-A484-458280015C5E}"/>
              </a:ext>
            </a:extLst>
          </p:cNvPr>
          <p:cNvCxnSpPr/>
          <p:nvPr/>
        </p:nvCxnSpPr>
        <p:spPr>
          <a:xfrm>
            <a:off x="0" y="56896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90F00ACC-FC3F-40BC-B042-4A3DB6E4FDDC}"/>
              </a:ext>
            </a:extLst>
          </p:cNvPr>
          <p:cNvCxnSpPr/>
          <p:nvPr/>
        </p:nvCxnSpPr>
        <p:spPr>
          <a:xfrm>
            <a:off x="0" y="65024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F5E4857C-3A23-474D-86FB-5CA26F3239F8}"/>
              </a:ext>
            </a:extLst>
          </p:cNvPr>
          <p:cNvCxnSpPr/>
          <p:nvPr/>
        </p:nvCxnSpPr>
        <p:spPr>
          <a:xfrm>
            <a:off x="0" y="73152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ADCAE393-2EE2-4A2E-A462-C7C8AAA00C10}"/>
              </a:ext>
            </a:extLst>
          </p:cNvPr>
          <p:cNvCxnSpPr/>
          <p:nvPr/>
        </p:nvCxnSpPr>
        <p:spPr>
          <a:xfrm>
            <a:off x="0" y="81280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ACC2A231-6810-4F60-92BD-FC06211E46EA}"/>
              </a:ext>
            </a:extLst>
          </p:cNvPr>
          <p:cNvCxnSpPr/>
          <p:nvPr/>
        </p:nvCxnSpPr>
        <p:spPr>
          <a:xfrm>
            <a:off x="0" y="8940800"/>
            <a:ext cx="16256000" cy="0"/>
          </a:xfrm>
          <a:prstGeom prst="line">
            <a:avLst/>
          </a:prstGeom>
          <a:ln>
            <a:solidFill>
              <a:srgbClr val="F8ED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ángulo 34">
            <a:extLst>
              <a:ext uri="{FF2B5EF4-FFF2-40B4-BE49-F238E27FC236}">
                <a16:creationId xmlns:a16="http://schemas.microsoft.com/office/drawing/2014/main" id="{D5D9235C-1750-4D4F-9EFC-6F6976D6BAEB}"/>
              </a:ext>
            </a:extLst>
          </p:cNvPr>
          <p:cNvSpPr/>
          <p:nvPr/>
        </p:nvSpPr>
        <p:spPr>
          <a:xfrm>
            <a:off x="508000" y="482600"/>
            <a:ext cx="15240000" cy="1422400"/>
          </a:xfrm>
          <a:prstGeom prst="rect">
            <a:avLst/>
          </a:prstGeom>
          <a:solidFill>
            <a:srgbClr val="383F12"/>
          </a:solidFill>
          <a:ln w="12700" cap="flat" cmpd="sng" algn="ctr">
            <a:solidFill>
              <a:srgbClr val="383F12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531241CB-4BC7-4F16-B5A1-7CB861A81E4C}"/>
              </a:ext>
            </a:extLst>
          </p:cNvPr>
          <p:cNvSpPr txBox="1"/>
          <p:nvPr/>
        </p:nvSpPr>
        <p:spPr>
          <a:xfrm>
            <a:off x="990600" y="736600"/>
            <a:ext cx="10160000" cy="646331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3200" b="1">
                <a:solidFill>
                  <a:srgbClr val="FFFFFF"/>
                </a:solidFill>
                <a:latin typeface="Aptos Display"/>
              </a:rPr>
              <a:t>Equipo AMARU KIDS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6A4F5AA5-7E79-4764-AE94-BAD7249E0532}"/>
              </a:ext>
            </a:extLst>
          </p:cNvPr>
          <p:cNvSpPr txBox="1"/>
          <p:nvPr/>
        </p:nvSpPr>
        <p:spPr>
          <a:xfrm>
            <a:off x="1016000" y="1320800"/>
            <a:ext cx="10414000" cy="400110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1600">
                <a:solidFill>
                  <a:srgbClr val="E4EED8"/>
                </a:solidFill>
                <a:latin typeface="Aptos Display"/>
              </a:rPr>
              <a:t>Hackathon 2026 · MVP educativo inclusivo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4905FEF-EC01-41A0-A237-582D8523383D}"/>
              </a:ext>
            </a:extLst>
          </p:cNvPr>
          <p:cNvSpPr txBox="1"/>
          <p:nvPr/>
        </p:nvSpPr>
        <p:spPr>
          <a:xfrm>
            <a:off x="1460500" y="2413000"/>
            <a:ext cx="11430000" cy="615553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MX" sz="3000" b="1">
                <a:solidFill>
                  <a:srgbClr val="1F2114"/>
                </a:solidFill>
                <a:latin typeface="Aptos Display"/>
              </a:rPr>
              <a:t>Abigail Flores · Lider del Proyecto</a:t>
            </a:r>
            <a:endParaRPr lang="es-EC" sz="3000" b="1">
              <a:solidFill>
                <a:srgbClr val="1F2114"/>
              </a:solidFill>
              <a:latin typeface="Aptos Display"/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1AD36600-FF54-4115-84BE-090BFEA3A373}"/>
              </a:ext>
            </a:extLst>
          </p:cNvPr>
          <p:cNvSpPr txBox="1"/>
          <p:nvPr/>
        </p:nvSpPr>
        <p:spPr>
          <a:xfrm>
            <a:off x="1460500" y="3200400"/>
            <a:ext cx="11430000" cy="615553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3000" b="1">
                <a:solidFill>
                  <a:srgbClr val="1F2114"/>
                </a:solidFill>
                <a:latin typeface="Aptos Display"/>
              </a:rPr>
              <a:t>Marthina Correa · Diseno e Investigacion UX/UI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4A7B68B6-4FDA-4720-B490-8139F71384F1}"/>
              </a:ext>
            </a:extLst>
          </p:cNvPr>
          <p:cNvSpPr txBox="1"/>
          <p:nvPr/>
        </p:nvSpPr>
        <p:spPr>
          <a:xfrm>
            <a:off x="1460500" y="3987800"/>
            <a:ext cx="11430000" cy="615553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3000" b="1">
                <a:solidFill>
                  <a:srgbClr val="1F2114"/>
                </a:solidFill>
                <a:latin typeface="Aptos Display"/>
              </a:rPr>
              <a:t>Luciana Penaherrera · Innovacion y Tecnologia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4D65E13F-824F-4B5F-82CD-421641E6603F}"/>
              </a:ext>
            </a:extLst>
          </p:cNvPr>
          <p:cNvSpPr txBox="1"/>
          <p:nvPr/>
        </p:nvSpPr>
        <p:spPr>
          <a:xfrm>
            <a:off x="1460500" y="4775200"/>
            <a:ext cx="11430000" cy="615553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r>
              <a:rPr lang="es-EC" sz="3000" b="1">
                <a:solidFill>
                  <a:srgbClr val="1F2114"/>
                </a:solidFill>
                <a:latin typeface="Aptos Display"/>
              </a:rPr>
              <a:t>Daniela · Mentora Pedagogica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AC05EDF0-95F3-4F86-BC9B-90ED3D8CAF71}"/>
              </a:ext>
            </a:extLst>
          </p:cNvPr>
          <p:cNvSpPr/>
          <p:nvPr/>
        </p:nvSpPr>
        <p:spPr>
          <a:xfrm>
            <a:off x="1460500" y="6350000"/>
            <a:ext cx="12446000" cy="990600"/>
          </a:xfrm>
          <a:prstGeom prst="rect">
            <a:avLst/>
          </a:prstGeom>
          <a:solidFill>
            <a:srgbClr val="576B17"/>
          </a:solidFill>
          <a:ln w="12700" cap="flat" cmpd="sng" algn="ctr">
            <a:solidFill>
              <a:srgbClr val="576B17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C9B1EECC-F24D-44F8-8A00-8236F3695128}"/>
              </a:ext>
            </a:extLst>
          </p:cNvPr>
          <p:cNvSpPr txBox="1"/>
          <p:nvPr/>
        </p:nvSpPr>
        <p:spPr>
          <a:xfrm>
            <a:off x="1841500" y="6604000"/>
            <a:ext cx="11684000" cy="615553"/>
          </a:xfrm>
          <a:prstGeom prst="rect">
            <a:avLst/>
          </a:prstGeom>
          <a:noFill/>
        </p:spPr>
        <p:txBody>
          <a:bodyPr vert="horz" lIns="101600" tIns="76200" rIns="101600" bIns="76200" rtlCol="0">
            <a:spAutoFit/>
          </a:bodyPr>
          <a:lstStyle/>
          <a:p>
            <a:pPr algn="ctr"/>
            <a:r>
              <a:rPr lang="es-MX" sz="3000" b="1">
                <a:solidFill>
                  <a:srgbClr val="FFFFFF"/>
                </a:solidFill>
                <a:latin typeface="Aptos Display"/>
              </a:rPr>
              <a:t>Que ningun nino quede fuera del aprendizaje digital.</a:t>
            </a:r>
            <a:endParaRPr lang="es-EC" sz="3000" b="1">
              <a:solidFill>
                <a:srgbClr val="FFFFFF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32912653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000"/>
    </mc:Choice>
    <mc:Fallback>
      <p:transition spd="slow" advTm="15000"/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339</Words>
  <Application>Microsoft Office PowerPoint</Application>
  <PresentationFormat>Personalizado</PresentationFormat>
  <Paragraphs>60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Lenovo</dc:creator>
  <cp:lastModifiedBy>Lenovo</cp:lastModifiedBy>
  <cp:revision>1</cp:revision>
  <dcterms:created xsi:type="dcterms:W3CDTF">2026-06-16T01:42:12Z</dcterms:created>
  <dcterms:modified xsi:type="dcterms:W3CDTF">2026-06-16T01:42:12Z</dcterms:modified>
</cp:coreProperties>
</file>