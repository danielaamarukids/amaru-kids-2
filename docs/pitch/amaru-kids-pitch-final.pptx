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613e6e97844bd4" /><Relationship Type="http://schemas.openxmlformats.org/officeDocument/2006/relationships/extended-properties" Target="/docProps/app.xml" Id="R258c124398b84893" /><Relationship Type="http://schemas.openxmlformats.org/officeDocument/2006/relationships/officeDocument" Target="/ppt/presentation.xml" Id="R9d85d041abd245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31b16d11b94ea5"/>
  </p:sldMasterIdLst>
  <p:notesMasterIdLst>
    <p:notesMasterId xmlns:r="http://schemas.openxmlformats.org/officeDocument/2006/relationships" r:id="R70c9cba996824370"/>
  </p:notesMasterIdLst>
  <p:sldIdLst>
    <p:sldId xmlns:r="http://schemas.openxmlformats.org/officeDocument/2006/relationships" id="256" r:id="Rb5548dfe54c145e1"/>
    <p:sldId xmlns:r="http://schemas.openxmlformats.org/officeDocument/2006/relationships" id="257" r:id="R08b44f4231eb43c2"/>
    <p:sldId xmlns:r="http://schemas.openxmlformats.org/officeDocument/2006/relationships" id="258" r:id="R41604df1bad240a2"/>
    <p:sldId xmlns:r="http://schemas.openxmlformats.org/officeDocument/2006/relationships" id="259" r:id="R78acd6760c2949e2"/>
    <p:sldId xmlns:r="http://schemas.openxmlformats.org/officeDocument/2006/relationships" id="260" r:id="Red77da300ea5406e"/>
    <p:sldId xmlns:r="http://schemas.openxmlformats.org/officeDocument/2006/relationships" id="261" r:id="R25016bde4db74de8"/>
    <p:sldId xmlns:r="http://schemas.openxmlformats.org/officeDocument/2006/relationships" id="262" r:id="Rfc6809db49424e2e"/>
    <p:sldId xmlns:r="http://schemas.openxmlformats.org/officeDocument/2006/relationships" id="263" r:id="R39f0de4147d04ca9"/>
    <p:sldId xmlns:r="http://schemas.openxmlformats.org/officeDocument/2006/relationships" id="264" r:id="R0b0ef7ee6c54493a"/>
    <p:sldId xmlns:r="http://schemas.openxmlformats.org/officeDocument/2006/relationships" id="265" r:id="R666c7ff67f7544ca"/>
    <p:sldId xmlns:r="http://schemas.openxmlformats.org/officeDocument/2006/relationships" id="266" r:id="R1d4b213af3ef42d4"/>
    <p:sldId xmlns:r="http://schemas.openxmlformats.org/officeDocument/2006/relationships" id="267" r:id="Rf65ab5c6d53e4a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3016041e3740c4" /><Relationship Type="http://schemas.openxmlformats.org/officeDocument/2006/relationships/slideMaster" Target="/ppt/slideMasters/slideMaster1.xml" Id="Rab31b16d11b94ea5" /><Relationship Type="http://schemas.openxmlformats.org/officeDocument/2006/relationships/notesMaster" Target="/ppt/notesMasters/notesMaster1.xml" Id="R70c9cba996824370" /><Relationship Type="http://schemas.openxmlformats.org/officeDocument/2006/relationships/presProps" Target="/ppt/presProps.xml" Id="R2f492768eaaf43c4" /><Relationship Type="http://schemas.openxmlformats.org/officeDocument/2006/relationships/tableStyles" Target="/ppt/tableStyles.xml" Id="R35edde4097a54586" /><Relationship Type="http://schemas.openxmlformats.org/officeDocument/2006/relationships/slide" Target="/ppt/slides/slide1.xml" Id="Rb5548dfe54c145e1" /><Relationship Type="http://schemas.openxmlformats.org/officeDocument/2006/relationships/slide" Target="/ppt/slides/slide2.xml" Id="R08b44f4231eb43c2" /><Relationship Type="http://schemas.openxmlformats.org/officeDocument/2006/relationships/slide" Target="/ppt/slides/slide3.xml" Id="R41604df1bad240a2" /><Relationship Type="http://schemas.openxmlformats.org/officeDocument/2006/relationships/slide" Target="/ppt/slides/slide4.xml" Id="R78acd6760c2949e2" /><Relationship Type="http://schemas.openxmlformats.org/officeDocument/2006/relationships/slide" Target="/ppt/slides/slide5.xml" Id="Red77da300ea5406e" /><Relationship Type="http://schemas.openxmlformats.org/officeDocument/2006/relationships/slide" Target="/ppt/slides/slide6.xml" Id="R25016bde4db74de8" /><Relationship Type="http://schemas.openxmlformats.org/officeDocument/2006/relationships/slide" Target="/ppt/slides/slide7.xml" Id="Rfc6809db49424e2e" /><Relationship Type="http://schemas.openxmlformats.org/officeDocument/2006/relationships/slide" Target="/ppt/slides/slide8.xml" Id="R39f0de4147d04ca9" /><Relationship Type="http://schemas.openxmlformats.org/officeDocument/2006/relationships/slide" Target="/ppt/slides/slide9.xml" Id="R0b0ef7ee6c54493a" /><Relationship Type="http://schemas.openxmlformats.org/officeDocument/2006/relationships/slide" Target="/ppt/slides/slide10.xml" Id="R666c7ff67f7544ca" /><Relationship Type="http://schemas.openxmlformats.org/officeDocument/2006/relationships/slide" Target="/ppt/slides/slide11.xml" Id="R1d4b213af3ef42d4" /><Relationship Type="http://schemas.openxmlformats.org/officeDocument/2006/relationships/slide" Target="/ppt/slides/slide12.xml" Id="Rf65ab5c6d53e4a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74842e70fd4f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c0bcac725b4214" /><Relationship Type="http://schemas.openxmlformats.org/officeDocument/2006/relationships/notesMaster" Target="/ppt/notesMasters/notesMaster1.xml" Id="R9966d26be4ce4a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e346a6d35245c5" /><Relationship Type="http://schemas.openxmlformats.org/officeDocument/2006/relationships/notesMaster" Target="/ppt/notesMasters/notesMaster1.xml" Id="R235e16fab26149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02d78deb4b4099" /><Relationship Type="http://schemas.openxmlformats.org/officeDocument/2006/relationships/notesMaster" Target="/ppt/notesMasters/notesMaster1.xml" Id="R69e052f499364d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227c50b3ea4b6c" /><Relationship Type="http://schemas.openxmlformats.org/officeDocument/2006/relationships/notesMaster" Target="/ppt/notesMasters/notesMaster1.xml" Id="R15e86b6a2f9445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a1912b820549df" /><Relationship Type="http://schemas.openxmlformats.org/officeDocument/2006/relationships/notesMaster" Target="/ppt/notesMasters/notesMaster1.xml" Id="R12e8ca828d8548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cd9e00abf24614" /><Relationship Type="http://schemas.openxmlformats.org/officeDocument/2006/relationships/notesMaster" Target="/ppt/notesMasters/notesMaster1.xml" Id="R2f82aae55b6b42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23e1b484c24815" /><Relationship Type="http://schemas.openxmlformats.org/officeDocument/2006/relationships/notesMaster" Target="/ppt/notesMasters/notesMaster1.xml" Id="Ra4380b00e0f649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d4263cec8c458b" /><Relationship Type="http://schemas.openxmlformats.org/officeDocument/2006/relationships/notesMaster" Target="/ppt/notesMasters/notesMaster1.xml" Id="R68dd3e740f5844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cadcf7d17441bb" /><Relationship Type="http://schemas.openxmlformats.org/officeDocument/2006/relationships/notesMaster" Target="/ppt/notesMasters/notesMaster1.xml" Id="Re430f7aa955c40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4fc474252e4525" /><Relationship Type="http://schemas.openxmlformats.org/officeDocument/2006/relationships/notesMaster" Target="/ppt/notesMasters/notesMaster1.xml" Id="Rcdae9b16fdf44d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4fd97ce61444cb" /><Relationship Type="http://schemas.openxmlformats.org/officeDocument/2006/relationships/notesMaster" Target="/ppt/notesMasters/notesMaster1.xml" Id="R2d696711df4b46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aa473458734967" /><Relationship Type="http://schemas.openxmlformats.org/officeDocument/2006/relationships/notesMaster" Target="/ppt/notesMasters/notesMaster1.xml" Id="R16387aa46b084d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93041c5474a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c9b8c670774ec1" /><Relationship Type="http://schemas.openxmlformats.org/officeDocument/2006/relationships/slideLayout" Target="/ppt/slideLayouts/slideLayout1.xml" Id="R76f33080d8424f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f33080d8424f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58c0ef7ba4a8f" /><Relationship Type="http://schemas.openxmlformats.org/officeDocument/2006/relationships/notesSlide" Target="/ppt/notesSlides/notesSlide1.xml" Id="Rc44d18462d344f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f27bd4f514a6e" /><Relationship Type="http://schemas.openxmlformats.org/officeDocument/2006/relationships/notesSlide" Target="/ppt/notesSlides/notesSlide2.xml" Id="R3b8028fc153b41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fee90947d4b4b" /><Relationship Type="http://schemas.openxmlformats.org/officeDocument/2006/relationships/notesSlide" Target="/ppt/notesSlides/notesSlide3.xml" Id="R6743cac7139243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27508f17d4890" /><Relationship Type="http://schemas.openxmlformats.org/officeDocument/2006/relationships/notesSlide" Target="/ppt/notesSlides/notesSlide4.xml" Id="Ra4255f13d40940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35f47f5eb4cea" /><Relationship Type="http://schemas.openxmlformats.org/officeDocument/2006/relationships/image" Target="/ppt/media/image.png" Id="Ra7ccfe938df44bee" /><Relationship Type="http://schemas.openxmlformats.org/officeDocument/2006/relationships/notesSlide" Target="/ppt/notesSlides/notesSlide5.xml" Id="R51724baeb83c40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d449e0f814270" /><Relationship Type="http://schemas.openxmlformats.org/officeDocument/2006/relationships/notesSlide" Target="/ppt/notesSlides/notesSlide6.xml" Id="R4e95e2a5d25e40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56d14f38143a1" /><Relationship Type="http://schemas.openxmlformats.org/officeDocument/2006/relationships/notesSlide" Target="/ppt/notesSlides/notesSlide7.xml" Id="Rfc615520419049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08d4198694a51" /><Relationship Type="http://schemas.openxmlformats.org/officeDocument/2006/relationships/notesSlide" Target="/ppt/notesSlides/notesSlide8.xml" Id="R46fdf4c7244845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15011cc3f4084" /><Relationship Type="http://schemas.openxmlformats.org/officeDocument/2006/relationships/notesSlide" Target="/ppt/notesSlides/notesSlide9.xml" Id="R202f6e77fa71454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d9385a913445c" /><Relationship Type="http://schemas.openxmlformats.org/officeDocument/2006/relationships/notesSlide" Target="/ppt/notesSlides/notesSlide10.xml" Id="R5206397d81b24c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8c5c66e194626" /><Relationship Type="http://schemas.openxmlformats.org/officeDocument/2006/relationships/notesSlide" Target="/ppt/notesSlides/notesSlide11.xml" Id="Rc80f35b4ee2749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4169833104274" /><Relationship Type="http://schemas.openxmlformats.org/officeDocument/2006/relationships/notesSlide" Target="/ppt/notesSlides/notesSlide12.xml" Id="R8bb8202104ee4d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5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6C8431-34C1-4EB7-8E2B-78DE3D4F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ABD7F-56C1-4B8F-A916-F0E84C9F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192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31E07-A621-43DA-A50C-A7DD7B40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AMARU KIDS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C7F1F-0F21-4264-BCE0-B3A269A6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8F7FF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C8F7FF"/>
                </a:solidFill>
                <a:latin typeface="Aptos"/>
                <a:ea typeface="Aptos"/>
                <a:cs typeface="Aptos"/>
              </a:rPr>
              <a:t>Plataforma educativa inclusiva con IA adaptativa para ninos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63419-DD1C-4D8C-874B-3C54F1E9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Pitch final | Semana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E54DB-C2B9-4ABA-9174-E5607B74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Equipo: Abigail Flores, Marthina Correa, Luciana Penaherrera y Daniela</a:t>
            </a:r>
          </a:p>
        </p:txBody>
      </p:sp>
    </p:spTree>
    <p:extLst>
      <p:ext uri="{BB962C8B-B14F-4D97-AF65-F5344CB8AC3E}">
        <p14:creationId xmlns:p14="http://schemas.microsoft.com/office/powerpoint/2010/main" val="20971155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AA37AC-A9FC-4325-8E28-C1694991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BRECHA EDUCATIVA DIGITAL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1F1C9-CC7C-47DD-B7EE-2D4B1A4D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El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FBC07-6BE9-4DF3-B4AD-AA9D1775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AMARU KIDS | 2/12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BF1E0-D486-4F32-977E-3A2578C8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Muchas plataformas educativas no estan disenadas para ninos que necesitan apoyos visuales, auditivos, comunicativos o de atencion.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02CD3-C777-4A72-B0DA-91679C97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E3AC1-F9EA-4E6A-8C6A-5EEF4594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050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6B6B"/>
                </a:solidFill>
                <a:latin typeface="Aptos Display"/>
                <a:ea typeface="Aptos Display"/>
                <a:cs typeface="Aptos Display"/>
              </a:rPr>
              <a:t>+900 mil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7BBA0-F196-4973-937B-FC6EEF11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personas en Ecuador con dificultades relacionadas con vision, audicion o comunicacion.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1E165-7D74-43A0-B30C-57965E5C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A0F7A-FBFF-4559-88BE-20558ECA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605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Interfaces rigidas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90D18-FFF9-4DD0-9141-CD1BFF0C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027B5-C2B0-4C81-8978-C6D1C5C2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605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Pocas adaptaciones reales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F20DF-92D0-4499-8011-94360F0A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9AD00-C493-4C5E-8B48-01711063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605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Familias con poca informacion de progreso</a:t>
            </a:r>
          </a:p>
        </p:txBody>
      </p:sp>
    </p:spTree>
    <p:extLst>
      <p:ext uri="{BB962C8B-B14F-4D97-AF65-F5344CB8AC3E}">
        <p14:creationId xmlns:p14="http://schemas.microsoft.com/office/powerpoint/2010/main" val="1877012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5EC795-33D0-460E-A8CA-03426507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USUARIOS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88DA4-0234-4024-8DE0-DF65DDA2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Para quien construimos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2B8F9-C7A4-45CA-923A-68CFB315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AMARU KIDS | 3/12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5675D-D2EF-4C77-9EFC-C9FA64AD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F6E42-8976-469E-98AA-822CC507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B955A-F5A9-4290-87AA-44C00544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Ninos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63563-01E4-4A92-A9BC-39627D56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Aprenden con lectura, voz, pictogramas y contraste.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A21C0-F7E6-462B-8A25-0F141941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62AD4-F98E-4341-BC77-294D5602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E383C-E759-4F9B-8DCF-9270FBEF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Familias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9DF45-C141-4BE0-964F-9C45DD32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766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Ven progreso y reportes simples.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F3E02-3EB1-41BF-80BF-9402E87A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6E457-1268-4430-B13E-294CD904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28F66-AB01-4B29-AEDB-50275961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Docentes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4C391-9BED-418B-89DD-B12D97B9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7665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Acompanian con actividades adaptadas.</a:t>
            </a:r>
          </a:p>
        </p:txBody>
      </p:sp>
    </p:spTree>
    <p:extLst>
      <p:ext uri="{BB962C8B-B14F-4D97-AF65-F5344CB8AC3E}">
        <p14:creationId xmlns:p14="http://schemas.microsoft.com/office/powerpoint/2010/main" val="14537158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F114FB-E692-442B-9F6F-3C49B3DE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PROPUESTA DE VALOR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20D1A-657D-4C7D-9CC3-95CF7395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La solucion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98787-D30B-49D0-B065-ABA9B0A3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AMARU KIDS | 4/12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6F776-0DC2-4ECB-B674-4CEF7501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704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La tecnologia se adapta al nino, no el nino a la tecnologia.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BF14A-6DF5-4FCA-B9C8-7DD236E1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71152-7DF0-4730-889F-9DF7CDED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662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Perfil de accesibilidad desde el inicio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8FBC6-EA0F-4BCD-BC1B-67B1A753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21FC1-CE53-482D-8765-DDC4559E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662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Contenido educativo corto, visual y motivador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D5475-B524-4088-A9F4-8B8AA182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3594C-11A0-46FC-85CA-534FF348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662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IA para recomendaciones adaptativas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470EA-F5BE-42F2-88D9-7852B1CC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FB805-83CB-4776-BC3F-62B72CCF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662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Panel familiar para acompanamiento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247DE-4A23-477C-A882-B9851917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14500"/>
            <a:ext cx="2571750" cy="3048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EFDFB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0D695-0C41-43D6-A5DC-90E2FEBB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190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Accesibilidad + IA + familia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E47B3-2AD5-43DD-A180-51C8EDB2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671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Una experiencia unificada para inclusion educativa.</a:t>
            </a:r>
          </a:p>
        </p:txBody>
      </p:sp>
    </p:spTree>
    <p:extLst>
      <p:ext uri="{BB962C8B-B14F-4D97-AF65-F5344CB8AC3E}">
        <p14:creationId xmlns:p14="http://schemas.microsoft.com/office/powerpoint/2010/main" val="16776905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106345-C479-4070-9E47-132C9D09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DEMO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C5DAA-2CE1-47BC-89D9-975F9D01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Flujo del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941FE-5F77-44C4-8355-7A0287EE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AMARU KIDS | 5/12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cfe938df44bee"/>
          <a:srcRect xmlns:a="http://schemas.openxmlformats.org/drawingml/2006/main" l="11486" t="0" r="114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428750"/>
            <a:ext cx="4572000" cy="3524250"/>
          </a:xfrm>
          <a:prstGeom xmlns:a="http://schemas.openxmlformats.org/drawingml/2006/main" prst="roundRect">
            <a:avLst>
              <a:gd name="adj" fmla="val 324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2B327-EF92-4F7B-912A-9BDEA3C0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3CF36-D681-4C63-B8F4-E43069F1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00200"/>
            <a:ext cx="491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1. Elegir perfil de accesibilidad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C1D1C-5853-46EA-B5E9-DD330D8B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27965-EB1A-4B20-86F2-45FC7BC8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491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2. Leer o escuchar la historia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4F7B7-2A1F-46C5-A809-7103F781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AC351-CACA-40BD-AA0E-D82E823A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91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3. Resolver actividad corta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E8008-54F7-4C28-B66F-57C872FD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2F307-80EC-4FBA-8374-B7E77E92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491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4. Ganar estrellas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AB977-6B49-4A0B-A65B-D4DAC6F8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70B0D4-C34E-46DF-B0EE-EDC0D85F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491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5. Revisar panel familiar</a:t>
            </a:r>
          </a:p>
        </p:txBody>
      </p:sp>
    </p:spTree>
    <p:extLst>
      <p:ext uri="{BB962C8B-B14F-4D97-AF65-F5344CB8AC3E}">
        <p14:creationId xmlns:p14="http://schemas.microsoft.com/office/powerpoint/2010/main" val="3988104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1E3434-5C31-4ACC-BC42-BF5FA84C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GEMINI + FIREBASE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94FBD-4671-4BA2-955C-BA229E0A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IA y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BCB8C-63EA-428B-AFE8-2AAC80D9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AMARU KIDS | 6/12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85087-5C38-40EC-98BC-DD25EF04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24000"/>
            <a:ext cx="7429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F2E66-6A1F-44A1-9E39-6687CA2C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1238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0CD43-89F3-4D33-898E-8E0606EA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954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React + Vite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5C160-EC8F-4B33-8C41-E45905C6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0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Interfaz accesible del MVP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8D125-9799-4A92-BB92-7CFDFFD2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24125"/>
            <a:ext cx="7429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855E4-B513-49C9-92FF-343E5C3E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95575"/>
            <a:ext cx="1238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D3BDC-247A-4D77-B2C9-96605D94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955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Gemini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3AF00-C5D0-4FF0-9A20-E48D9B4C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00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Adaptacion de contenido y recomendaciones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52261-D1D2-4B88-B85E-91965AE4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7429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B9BAA-1255-4CF4-8705-E371BDCB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95700"/>
            <a:ext cx="1238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3CCEC-93BC-41F4-9321-0FEB6BC7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95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Firebase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9AC8E-BFDB-4232-80B3-5577ED74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00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Usuarios, progreso y reportes familiares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EC8BB-8C9D-4C84-8BC5-DD3CE728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24375"/>
            <a:ext cx="7429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55EB8-5022-4F58-9941-F96FFB85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95825"/>
            <a:ext cx="1238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B44571-6820-4EF4-9FB4-E87F40FA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958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GitHub Pages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F9CFA-F876-4AA2-A322-1B601764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006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Demo publica disponible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D370B-1E3D-4825-88AE-ED635D24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Las claves reales se manejan por variables de entorno; no se publican en el repositorio.</a:t>
            </a:r>
          </a:p>
        </p:txBody>
      </p:sp>
    </p:spTree>
    <p:extLst>
      <p:ext uri="{BB962C8B-B14F-4D97-AF65-F5344CB8AC3E}">
        <p14:creationId xmlns:p14="http://schemas.microsoft.com/office/powerpoint/2010/main" val="21380475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ED907A-4879-44CC-8E0D-1DE833D0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ODS 4 Y ODS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86FBD-BE91-4357-AF79-16AFD259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Impacto ODS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EEDE2-D73E-4BFD-8E4D-3C4BBE54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AMARU KIDS | 7/12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65EFE-7C90-4D10-9545-BF84D882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762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6476D-ECE5-48EF-A4F1-50E9FA0B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ODS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7D37B-831E-4A20-A6F7-2451024C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Educacion de calidad: acceso a experiencias digitales inclusivas.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94EB8-83AA-4915-B943-44B70373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762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EFCE8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E66B9-4ACA-4A14-B460-64B4EFF3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A8A04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CA8A04"/>
                </a:solidFill>
                <a:latin typeface="Aptos Display"/>
                <a:ea typeface="Aptos Display"/>
                <a:cs typeface="Aptos Display"/>
              </a:rPr>
              <a:t>ODS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02459-873F-4144-A76F-7588C23E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0512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Reduccion de desigualdades: menos barreras para aprender y participar.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7018D-3FE4-4819-8303-1C0BE922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53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Impacto esperado: mas autonomia, mas participacion y datos utiles para acompanamiento familiar.</a:t>
            </a:r>
          </a:p>
        </p:txBody>
      </p:sp>
    </p:spTree>
    <p:extLst>
      <p:ext uri="{BB962C8B-B14F-4D97-AF65-F5344CB8AC3E}">
        <p14:creationId xmlns:p14="http://schemas.microsoft.com/office/powerpoint/2010/main" val="16575685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4072EE-41B1-4813-B8BB-4EE93B42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ESCALAMIENTO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0C26B-702A-4831-9152-6985F904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Modelo de sostenibilidad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A97D80-A058-4688-ADF3-C1B7FECC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AMARU KIDS | 8/12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8F1AD-CF88-4946-BA0F-A2130153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7AECE-A1B2-4B46-BB78-B278A17C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19250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Version gratuita para familias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FE71D-F2E6-4E5C-B49A-D42E469B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FDCD3-96BF-4F7D-ACA3-38F85CFD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Licencias para escuelas y centros terapeuticos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2348B-9D5C-47C7-9FA9-F70B91B0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3AFD2-5EC9-480F-B7AC-0147D14E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62250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Convenios con fundaciones y programas de inclusion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F3C80F-D345-47F4-9B63-D70A56EC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9DB63-89B6-4F5D-993F-08626CAD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33750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Planes premium con reportes y contenido avanzado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CA187-6294-4228-B4D5-CDD37FCE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27AF8-2D7D-4084-A649-E745603A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rPr>
              <a:t>Hibrido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EB0CD-2DD3-482E-8127-06621D5F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48000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Impacto social con una ruta clara de sostenibilidad.</a:t>
            </a:r>
          </a:p>
        </p:txBody>
      </p:sp>
    </p:spTree>
    <p:extLst>
      <p:ext uri="{BB962C8B-B14F-4D97-AF65-F5344CB8AC3E}">
        <p14:creationId xmlns:p14="http://schemas.microsoft.com/office/powerpoint/2010/main" val="12970958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43C8DA-5A65-45AB-9E7A-A4B7AFE3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COMO MEDIREMOS 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AFB88-5F99-4979-9118-1D2C30A8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Validacion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86E52-0528-4F32-BC6E-F07E1A7D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AMARU KIDS | 9/12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6E00F-5C50-436C-B8C9-B648268E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23336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D3698-0242-47D2-BF1D-4264E0BF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336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Uso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F6661-0DAC-47F2-A0C5-6819AAE1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037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sesiones y tiempo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A1A90-80BF-4CD0-B265-3752F962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05000"/>
            <a:ext cx="23336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75449-D5E1-4C05-9288-65A28AC8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336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Aprendizaje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0B08D8-3C13-4378-A27C-C4BCA555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actividades completadas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A69F1-3DE5-41D4-9A13-A7434D8C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23336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FEAF7-7571-4FA8-A485-55F13590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336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Accesibilidad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B22E6-05FF-4F29-A121-06CB97B1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0037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apoyos mas usados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B9F05-72B3-4C77-BA4D-B984229F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05000"/>
            <a:ext cx="233362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6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7D17C-2273-4FA7-B408-7127F631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336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Familia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C7860-6978-443F-AF19-95F14CF7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00375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satisfaccion y reportes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BE915-BA13-4F68-8BE1-83CC46CB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Siguiente validacion: piloto pequeno con familias, docentes o centro de apoyo.</a:t>
            </a:r>
          </a:p>
        </p:txBody>
      </p:sp>
    </p:spTree>
    <p:extLst>
      <p:ext uri="{BB962C8B-B14F-4D97-AF65-F5344CB8AC3E}">
        <p14:creationId xmlns:p14="http://schemas.microsoft.com/office/powerpoint/2010/main" val="17884663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1CBB28-6184-46C5-9A63-C8DD3B4A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SIGUIENTES PASOS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2C687-397F-43EB-BE90-D7B97B13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55405-7733-4932-A1EB-00A76832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AMARU KIDS | 10/12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FD958-B0FC-4B07-B55F-8AD376EE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4F6B9-BD69-46ED-8EEC-843E1E83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7BE8D-B9E4-46C0-9550-E1BF616A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Demo publica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1D6EC-072B-4B6E-92E3-874F67D4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09875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solidFill>
              <a:srgbClr val="BFDB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79A35-921F-46E7-9A28-0A02A00E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9C938-5AD5-4BB2-BC81-EC51497B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Piloto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4B9AC-9677-4DC5-BB7C-BD79ADBF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Pruebas con usuarios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C0A33-31C2-4898-8466-877D5B20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9875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solidFill>
              <a:srgbClr val="BFDB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B6D53-850B-467D-999A-E5E5E517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634CB-8EAE-4065-96F1-1BB69169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290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Beta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B27DC-8EF5-47CE-A9FE-C3919AD6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05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Login, reportes y mas actividades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AC3FD-C9D1-4E0D-BDF2-64474040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9875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ACA23-713C-443C-A384-B2DE9D4E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4DA1F-03DC-4164-849E-F196BAB4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Escala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01ACE-AA46-4C36-ACD0-D53E7B23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Alianzas institucionales</a:t>
            </a:r>
          </a:p>
        </p:txBody>
      </p:sp>
    </p:spTree>
    <p:extLst>
      <p:ext uri="{BB962C8B-B14F-4D97-AF65-F5344CB8AC3E}">
        <p14:creationId xmlns:p14="http://schemas.microsoft.com/office/powerpoint/2010/main" val="19645311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FD4B3A-4ED5-4664-80F1-0FE5AEC8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AMARU KIDS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4FCAF-7B35-4D03-8704-9881BBE4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53F"/>
                </a:solidFill>
                <a:latin typeface="Aptos Display"/>
                <a:ea typeface="Aptos Display"/>
                <a:cs typeface="Aptos Display"/>
              </a:rPr>
              <a:t>Equipo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5F6A1E-26F8-46E2-B286-09F3564B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008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AMARU KIDS | 11/12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0ACFE-B8A9-4729-A73D-444DC2CF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5AAB4F-BB92-4325-8981-0A884E13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19250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Abigail Flores: liderazgo del proyecto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B08C0-B7BA-4C15-BADF-33CEFB2A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C08E8-6694-4D6F-AB21-181943A2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90750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Marthina Correa: investigacion y UX/UI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CBABC-ED5B-4DC7-84E0-D1E60EF2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E249D-E45F-4AAD-8DCF-2C85A9A3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62250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Luciana Penaherrera: innovacion y tecnologia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F5E2C-B4B9-406C-9F28-02F8394D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AA5EB-09BA-4F76-9EBE-9FB6A172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Daniela: mentoria pedagogica y repositorio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BA4A5-CFCC-4C3D-B642-FF064809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381250" cy="2571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0253F"/>
          </a:solidFill>
          <a:ln xmlns:a="http://schemas.openxmlformats.org/drawingml/2006/main" w="9525">
            <a:solidFill>
              <a:srgbClr val="1025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C1155-94D4-42DE-B4FE-3EA8E3BC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8600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Aprender tambien debe sentirse accesible.</a:t>
            </a:r>
          </a:p>
        </p:txBody>
      </p:sp>
    </p:spTree>
    <p:extLst>
      <p:ext uri="{BB962C8B-B14F-4D97-AF65-F5344CB8AC3E}">
        <p14:creationId xmlns:p14="http://schemas.microsoft.com/office/powerpoint/2010/main" val="8107513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5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62280F-7D7F-4496-AD82-F70E893F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Gracias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E52A0-6269-426B-8C65-1237F87E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336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AMARU KIDS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59B4F-C5DE-4B38-B04C-A352C05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8F7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8F7FF"/>
                </a:solidFill>
                <a:latin typeface="Aptos"/>
                <a:ea typeface="Aptos"/>
                <a:cs typeface="Aptos"/>
              </a:rPr>
              <a:t>Demo publica: danielaamarukids.github.io/AMARU-KIDS-2/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9225F-FE97-4139-8C5C-7F1A673C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9625"/>
            <a:ext cx="838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Pregunta final: como hacemos que la educacion digital incluya a todos desde el primer clic?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73F0D-6BDD-4504-8915-C094315C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FC375-3589-4610-A22C-5CC6AC35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636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2026-06-16T03:00:35.6440000Z</dcterms:created>
  <dcterms:modified xsi:type="dcterms:W3CDTF">2026-06-16T03:00:35.6440000Z</dcterms:modified>
</coreProperties>
</file>